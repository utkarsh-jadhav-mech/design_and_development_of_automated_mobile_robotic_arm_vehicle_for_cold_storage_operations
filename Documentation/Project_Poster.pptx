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Lst>
  <p:sldIdLst>
    <p:sldId id="256" r:id="rId2"/>
  </p:sldIdLst>
  <p:sldSz cx="35999738" cy="35999738"/>
  <p:notesSz cx="7004050" cy="9290050"/>
  <p:defaultTextStyle>
    <a:defPPr>
      <a:defRPr lang="en-US"/>
    </a:defPPr>
    <a:lvl1pPr marL="0" algn="l" defTabSz="3599248" rtl="0" eaLnBrk="1" latinLnBrk="0" hangingPunct="1">
      <a:defRPr sz="7000" kern="1200">
        <a:solidFill>
          <a:schemeClr val="tx1"/>
        </a:solidFill>
        <a:latin typeface="+mn-lt"/>
        <a:ea typeface="+mn-ea"/>
        <a:cs typeface="+mn-cs"/>
      </a:defRPr>
    </a:lvl1pPr>
    <a:lvl2pPr marL="1799624" algn="l" defTabSz="3599248" rtl="0" eaLnBrk="1" latinLnBrk="0" hangingPunct="1">
      <a:defRPr sz="7000" kern="1200">
        <a:solidFill>
          <a:schemeClr val="tx1"/>
        </a:solidFill>
        <a:latin typeface="+mn-lt"/>
        <a:ea typeface="+mn-ea"/>
        <a:cs typeface="+mn-cs"/>
      </a:defRPr>
    </a:lvl2pPr>
    <a:lvl3pPr marL="3599248" algn="l" defTabSz="3599248" rtl="0" eaLnBrk="1" latinLnBrk="0" hangingPunct="1">
      <a:defRPr sz="7000" kern="1200">
        <a:solidFill>
          <a:schemeClr val="tx1"/>
        </a:solidFill>
        <a:latin typeface="+mn-lt"/>
        <a:ea typeface="+mn-ea"/>
        <a:cs typeface="+mn-cs"/>
      </a:defRPr>
    </a:lvl3pPr>
    <a:lvl4pPr marL="5398873" algn="l" defTabSz="3599248" rtl="0" eaLnBrk="1" latinLnBrk="0" hangingPunct="1">
      <a:defRPr sz="7000" kern="1200">
        <a:solidFill>
          <a:schemeClr val="tx1"/>
        </a:solidFill>
        <a:latin typeface="+mn-lt"/>
        <a:ea typeface="+mn-ea"/>
        <a:cs typeface="+mn-cs"/>
      </a:defRPr>
    </a:lvl4pPr>
    <a:lvl5pPr marL="7198498" algn="l" defTabSz="3599248" rtl="0" eaLnBrk="1" latinLnBrk="0" hangingPunct="1">
      <a:defRPr sz="7000" kern="1200">
        <a:solidFill>
          <a:schemeClr val="tx1"/>
        </a:solidFill>
        <a:latin typeface="+mn-lt"/>
        <a:ea typeface="+mn-ea"/>
        <a:cs typeface="+mn-cs"/>
      </a:defRPr>
    </a:lvl5pPr>
    <a:lvl6pPr marL="8998121" algn="l" defTabSz="3599248" rtl="0" eaLnBrk="1" latinLnBrk="0" hangingPunct="1">
      <a:defRPr sz="7000" kern="1200">
        <a:solidFill>
          <a:schemeClr val="tx1"/>
        </a:solidFill>
        <a:latin typeface="+mn-lt"/>
        <a:ea typeface="+mn-ea"/>
        <a:cs typeface="+mn-cs"/>
      </a:defRPr>
    </a:lvl6pPr>
    <a:lvl7pPr marL="10797746" algn="l" defTabSz="3599248" rtl="0" eaLnBrk="1" latinLnBrk="0" hangingPunct="1">
      <a:defRPr sz="7000" kern="1200">
        <a:solidFill>
          <a:schemeClr val="tx1"/>
        </a:solidFill>
        <a:latin typeface="+mn-lt"/>
        <a:ea typeface="+mn-ea"/>
        <a:cs typeface="+mn-cs"/>
      </a:defRPr>
    </a:lvl7pPr>
    <a:lvl8pPr marL="12597371" algn="l" defTabSz="3599248" rtl="0" eaLnBrk="1" latinLnBrk="0" hangingPunct="1">
      <a:defRPr sz="7000" kern="1200">
        <a:solidFill>
          <a:schemeClr val="tx1"/>
        </a:solidFill>
        <a:latin typeface="+mn-lt"/>
        <a:ea typeface="+mn-ea"/>
        <a:cs typeface="+mn-cs"/>
      </a:defRPr>
    </a:lvl8pPr>
    <a:lvl9pPr marL="14396995" algn="l" defTabSz="3599248" rtl="0" eaLnBrk="1" latinLnBrk="0" hangingPunct="1">
      <a:defRPr sz="7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339">
          <p15:clr>
            <a:srgbClr val="A4A3A4"/>
          </p15:clr>
        </p15:guide>
        <p15:guide id="2" pos="113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74" autoAdjust="0"/>
    <p:restoredTop sz="95730" autoAdjust="0"/>
  </p:normalViewPr>
  <p:slideViewPr>
    <p:cSldViewPr>
      <p:cViewPr>
        <p:scale>
          <a:sx n="33" d="100"/>
          <a:sy n="33" d="100"/>
        </p:scale>
        <p:origin x="552" y="96"/>
      </p:cViewPr>
      <p:guideLst>
        <p:guide orient="horz" pos="11339"/>
        <p:guide pos="11339"/>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99981" y="11183254"/>
            <a:ext cx="30599777" cy="7716611"/>
          </a:xfrm>
        </p:spPr>
        <p:txBody>
          <a:bodyPr/>
          <a:lstStyle/>
          <a:p>
            <a:r>
              <a:rPr lang="en-US"/>
              <a:t>Click to edit Master title style</a:t>
            </a:r>
            <a:endParaRPr lang="en-IN"/>
          </a:p>
        </p:txBody>
      </p:sp>
      <p:sp>
        <p:nvSpPr>
          <p:cNvPr id="3" name="Subtitle 2"/>
          <p:cNvSpPr>
            <a:spLocks noGrp="1"/>
          </p:cNvSpPr>
          <p:nvPr>
            <p:ph type="subTitle" idx="1"/>
          </p:nvPr>
        </p:nvSpPr>
        <p:spPr>
          <a:xfrm>
            <a:off x="5399961" y="20399852"/>
            <a:ext cx="25199817" cy="9199933"/>
          </a:xfrm>
        </p:spPr>
        <p:txBody>
          <a:bodyPr/>
          <a:lstStyle>
            <a:lvl1pPr marL="0" indent="0" algn="ctr">
              <a:buNone/>
              <a:defRPr>
                <a:solidFill>
                  <a:schemeClr val="tx1">
                    <a:tint val="75000"/>
                  </a:schemeClr>
                </a:solidFill>
              </a:defRPr>
            </a:lvl1pPr>
            <a:lvl2pPr marL="2057126" indent="0" algn="ctr">
              <a:buNone/>
              <a:defRPr>
                <a:solidFill>
                  <a:schemeClr val="tx1">
                    <a:tint val="75000"/>
                  </a:schemeClr>
                </a:solidFill>
              </a:defRPr>
            </a:lvl2pPr>
            <a:lvl3pPr marL="4114251" indent="0" algn="ctr">
              <a:buNone/>
              <a:defRPr>
                <a:solidFill>
                  <a:schemeClr val="tx1">
                    <a:tint val="75000"/>
                  </a:schemeClr>
                </a:solidFill>
              </a:defRPr>
            </a:lvl3pPr>
            <a:lvl4pPr marL="6171377" indent="0" algn="ctr">
              <a:buNone/>
              <a:defRPr>
                <a:solidFill>
                  <a:schemeClr val="tx1">
                    <a:tint val="75000"/>
                  </a:schemeClr>
                </a:solidFill>
              </a:defRPr>
            </a:lvl4pPr>
            <a:lvl5pPr marL="8228503" indent="0" algn="ctr">
              <a:buNone/>
              <a:defRPr>
                <a:solidFill>
                  <a:schemeClr val="tx1">
                    <a:tint val="75000"/>
                  </a:schemeClr>
                </a:solidFill>
              </a:defRPr>
            </a:lvl5pPr>
            <a:lvl6pPr marL="10285628" indent="0" algn="ctr">
              <a:buNone/>
              <a:defRPr>
                <a:solidFill>
                  <a:schemeClr val="tx1">
                    <a:tint val="75000"/>
                  </a:schemeClr>
                </a:solidFill>
              </a:defRPr>
            </a:lvl6pPr>
            <a:lvl7pPr marL="12342754" indent="0" algn="ctr">
              <a:buNone/>
              <a:defRPr>
                <a:solidFill>
                  <a:schemeClr val="tx1">
                    <a:tint val="75000"/>
                  </a:schemeClr>
                </a:solidFill>
              </a:defRPr>
            </a:lvl7pPr>
            <a:lvl8pPr marL="14399880" indent="0" algn="ctr">
              <a:buNone/>
              <a:defRPr>
                <a:solidFill>
                  <a:schemeClr val="tx1">
                    <a:tint val="75000"/>
                  </a:schemeClr>
                </a:solidFill>
              </a:defRPr>
            </a:lvl8pPr>
            <a:lvl9pPr marL="16457005"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579522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134791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843731" y="23133168"/>
            <a:ext cx="30599777" cy="7149948"/>
          </a:xfrm>
        </p:spPr>
        <p:txBody>
          <a:bodyPr anchor="t"/>
          <a:lstStyle>
            <a:lvl1pPr algn="l">
              <a:defRPr sz="18000" b="1" cap="all"/>
            </a:lvl1pPr>
          </a:lstStyle>
          <a:p>
            <a:r>
              <a:rPr lang="en-US"/>
              <a:t>Click to edit Master title style</a:t>
            </a:r>
            <a:endParaRPr lang="en-IN"/>
          </a:p>
        </p:txBody>
      </p:sp>
      <p:sp>
        <p:nvSpPr>
          <p:cNvPr id="3" name="Text Placeholder 2"/>
          <p:cNvSpPr>
            <a:spLocks noGrp="1"/>
          </p:cNvSpPr>
          <p:nvPr>
            <p:ph type="body" idx="1"/>
          </p:nvPr>
        </p:nvSpPr>
        <p:spPr>
          <a:xfrm>
            <a:off x="2843731" y="15258228"/>
            <a:ext cx="30599777" cy="7874940"/>
          </a:xfrm>
        </p:spPr>
        <p:txBody>
          <a:bodyPr anchor="b"/>
          <a:lstStyle>
            <a:lvl1pPr marL="0" indent="0">
              <a:buNone/>
              <a:defRPr sz="9000">
                <a:solidFill>
                  <a:schemeClr val="tx1">
                    <a:tint val="75000"/>
                  </a:schemeClr>
                </a:solidFill>
              </a:defRPr>
            </a:lvl1pPr>
            <a:lvl2pPr marL="2057126" indent="0">
              <a:buNone/>
              <a:defRPr sz="8100">
                <a:solidFill>
                  <a:schemeClr val="tx1">
                    <a:tint val="75000"/>
                  </a:schemeClr>
                </a:solidFill>
              </a:defRPr>
            </a:lvl2pPr>
            <a:lvl3pPr marL="4114251" indent="0">
              <a:buNone/>
              <a:defRPr sz="7200">
                <a:solidFill>
                  <a:schemeClr val="tx1">
                    <a:tint val="75000"/>
                  </a:schemeClr>
                </a:solidFill>
              </a:defRPr>
            </a:lvl3pPr>
            <a:lvl4pPr marL="6171377" indent="0">
              <a:buNone/>
              <a:defRPr sz="6300">
                <a:solidFill>
                  <a:schemeClr val="tx1">
                    <a:tint val="75000"/>
                  </a:schemeClr>
                </a:solidFill>
              </a:defRPr>
            </a:lvl4pPr>
            <a:lvl5pPr marL="8228503" indent="0">
              <a:buNone/>
              <a:defRPr sz="6300">
                <a:solidFill>
                  <a:schemeClr val="tx1">
                    <a:tint val="75000"/>
                  </a:schemeClr>
                </a:solidFill>
              </a:defRPr>
            </a:lvl5pPr>
            <a:lvl6pPr marL="10285628" indent="0">
              <a:buNone/>
              <a:defRPr sz="6300">
                <a:solidFill>
                  <a:schemeClr val="tx1">
                    <a:tint val="75000"/>
                  </a:schemeClr>
                </a:solidFill>
              </a:defRPr>
            </a:lvl6pPr>
            <a:lvl7pPr marL="12342754" indent="0">
              <a:buNone/>
              <a:defRPr sz="6300">
                <a:solidFill>
                  <a:schemeClr val="tx1">
                    <a:tint val="75000"/>
                  </a:schemeClr>
                </a:solidFill>
              </a:defRPr>
            </a:lvl7pPr>
            <a:lvl8pPr marL="14399880" indent="0">
              <a:buNone/>
              <a:defRPr sz="6300">
                <a:solidFill>
                  <a:schemeClr val="tx1">
                    <a:tint val="75000"/>
                  </a:schemeClr>
                </a:solidFill>
              </a:defRPr>
            </a:lvl8pPr>
            <a:lvl9pPr marL="16457005" indent="0">
              <a:buNone/>
              <a:defRPr sz="6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921718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799987" y="8399942"/>
            <a:ext cx="15899884" cy="23758163"/>
          </a:xfrm>
        </p:spPr>
        <p:txBody>
          <a:bodyPr/>
          <a:lstStyle>
            <a:lvl1pPr>
              <a:defRPr sz="12600"/>
            </a:lvl1pPr>
            <a:lvl2pPr>
              <a:defRPr sz="10800"/>
            </a:lvl2pPr>
            <a:lvl3pPr>
              <a:defRPr sz="9000"/>
            </a:lvl3pPr>
            <a:lvl4pPr>
              <a:defRPr sz="8100"/>
            </a:lvl4pPr>
            <a:lvl5pPr>
              <a:defRPr sz="8100"/>
            </a:lvl5pPr>
            <a:lvl6pPr>
              <a:defRPr sz="8100"/>
            </a:lvl6pPr>
            <a:lvl7pPr>
              <a:defRPr sz="8100"/>
            </a:lvl7pPr>
            <a:lvl8pPr>
              <a:defRPr sz="8100"/>
            </a:lvl8pPr>
            <a:lvl9pPr>
              <a:defRPr sz="8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18299867" y="8399942"/>
            <a:ext cx="15899884" cy="23758163"/>
          </a:xfrm>
        </p:spPr>
        <p:txBody>
          <a:bodyPr/>
          <a:lstStyle>
            <a:lvl1pPr>
              <a:defRPr sz="12600"/>
            </a:lvl1pPr>
            <a:lvl2pPr>
              <a:defRPr sz="10800"/>
            </a:lvl2pPr>
            <a:lvl3pPr>
              <a:defRPr sz="9000"/>
            </a:lvl3pPr>
            <a:lvl4pPr>
              <a:defRPr sz="8100"/>
            </a:lvl4pPr>
            <a:lvl5pPr>
              <a:defRPr sz="8100"/>
            </a:lvl5pPr>
            <a:lvl6pPr>
              <a:defRPr sz="8100"/>
            </a:lvl6pPr>
            <a:lvl7pPr>
              <a:defRPr sz="8100"/>
            </a:lvl7pPr>
            <a:lvl8pPr>
              <a:defRPr sz="8100"/>
            </a:lvl8pPr>
            <a:lvl9pPr>
              <a:defRPr sz="8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69565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1799987" y="8058277"/>
            <a:ext cx="15906136" cy="3358306"/>
          </a:xfrm>
        </p:spPr>
        <p:txBody>
          <a:bodyPr anchor="b"/>
          <a:lstStyle>
            <a:lvl1pPr marL="0" indent="0">
              <a:buNone/>
              <a:defRPr sz="10800" b="1"/>
            </a:lvl1pPr>
            <a:lvl2pPr marL="2057126" indent="0">
              <a:buNone/>
              <a:defRPr sz="9000" b="1"/>
            </a:lvl2pPr>
            <a:lvl3pPr marL="4114251" indent="0">
              <a:buNone/>
              <a:defRPr sz="8100" b="1"/>
            </a:lvl3pPr>
            <a:lvl4pPr marL="6171377" indent="0">
              <a:buNone/>
              <a:defRPr sz="7200" b="1"/>
            </a:lvl4pPr>
            <a:lvl5pPr marL="8228503" indent="0">
              <a:buNone/>
              <a:defRPr sz="7200" b="1"/>
            </a:lvl5pPr>
            <a:lvl6pPr marL="10285628" indent="0">
              <a:buNone/>
              <a:defRPr sz="7200" b="1"/>
            </a:lvl6pPr>
            <a:lvl7pPr marL="12342754" indent="0">
              <a:buNone/>
              <a:defRPr sz="7200" b="1"/>
            </a:lvl7pPr>
            <a:lvl8pPr marL="14399880" indent="0">
              <a:buNone/>
              <a:defRPr sz="7200" b="1"/>
            </a:lvl8pPr>
            <a:lvl9pPr marL="16457005" indent="0">
              <a:buNone/>
              <a:defRPr sz="7200" b="1"/>
            </a:lvl9pPr>
          </a:lstStyle>
          <a:p>
            <a:pPr lvl="0"/>
            <a:r>
              <a:rPr lang="en-US"/>
              <a:t>Click to edit Master text styles</a:t>
            </a:r>
          </a:p>
        </p:txBody>
      </p:sp>
      <p:sp>
        <p:nvSpPr>
          <p:cNvPr id="4" name="Content Placeholder 3"/>
          <p:cNvSpPr>
            <a:spLocks noGrp="1"/>
          </p:cNvSpPr>
          <p:nvPr>
            <p:ph sz="half" idx="2"/>
          </p:nvPr>
        </p:nvSpPr>
        <p:spPr>
          <a:xfrm>
            <a:off x="1799987" y="11416584"/>
            <a:ext cx="15906136" cy="20741518"/>
          </a:xfrm>
        </p:spPr>
        <p:txBody>
          <a:bodyPr/>
          <a:lstStyle>
            <a:lvl1pPr>
              <a:defRPr sz="10800"/>
            </a:lvl1pPr>
            <a:lvl2pPr>
              <a:defRPr sz="9000"/>
            </a:lvl2pPr>
            <a:lvl3pPr>
              <a:defRPr sz="810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18287369" y="8058277"/>
            <a:ext cx="15912384" cy="3358306"/>
          </a:xfrm>
        </p:spPr>
        <p:txBody>
          <a:bodyPr anchor="b"/>
          <a:lstStyle>
            <a:lvl1pPr marL="0" indent="0">
              <a:buNone/>
              <a:defRPr sz="10800" b="1"/>
            </a:lvl1pPr>
            <a:lvl2pPr marL="2057126" indent="0">
              <a:buNone/>
              <a:defRPr sz="9000" b="1"/>
            </a:lvl2pPr>
            <a:lvl3pPr marL="4114251" indent="0">
              <a:buNone/>
              <a:defRPr sz="8100" b="1"/>
            </a:lvl3pPr>
            <a:lvl4pPr marL="6171377" indent="0">
              <a:buNone/>
              <a:defRPr sz="7200" b="1"/>
            </a:lvl4pPr>
            <a:lvl5pPr marL="8228503" indent="0">
              <a:buNone/>
              <a:defRPr sz="7200" b="1"/>
            </a:lvl5pPr>
            <a:lvl6pPr marL="10285628" indent="0">
              <a:buNone/>
              <a:defRPr sz="7200" b="1"/>
            </a:lvl6pPr>
            <a:lvl7pPr marL="12342754" indent="0">
              <a:buNone/>
              <a:defRPr sz="7200" b="1"/>
            </a:lvl7pPr>
            <a:lvl8pPr marL="14399880" indent="0">
              <a:buNone/>
              <a:defRPr sz="7200" b="1"/>
            </a:lvl8pPr>
            <a:lvl9pPr marL="16457005" indent="0">
              <a:buNone/>
              <a:defRPr sz="7200" b="1"/>
            </a:lvl9pPr>
          </a:lstStyle>
          <a:p>
            <a:pPr lvl="0"/>
            <a:r>
              <a:rPr lang="en-US"/>
              <a:t>Click to edit Master text styles</a:t>
            </a:r>
          </a:p>
        </p:txBody>
      </p:sp>
      <p:sp>
        <p:nvSpPr>
          <p:cNvPr id="6" name="Content Placeholder 5"/>
          <p:cNvSpPr>
            <a:spLocks noGrp="1"/>
          </p:cNvSpPr>
          <p:nvPr>
            <p:ph sz="quarter" idx="4"/>
          </p:nvPr>
        </p:nvSpPr>
        <p:spPr>
          <a:xfrm>
            <a:off x="18287369" y="11416584"/>
            <a:ext cx="15912384" cy="20741518"/>
          </a:xfrm>
        </p:spPr>
        <p:txBody>
          <a:bodyPr/>
          <a:lstStyle>
            <a:lvl1pPr>
              <a:defRPr sz="10800"/>
            </a:lvl1pPr>
            <a:lvl2pPr>
              <a:defRPr sz="9000"/>
            </a:lvl2pPr>
            <a:lvl3pPr>
              <a:defRPr sz="810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21118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492578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3184725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9989" y="1433323"/>
            <a:ext cx="11843666" cy="6099956"/>
          </a:xfrm>
        </p:spPr>
        <p:txBody>
          <a:bodyPr anchor="b"/>
          <a:lstStyle>
            <a:lvl1pPr algn="l">
              <a:defRPr sz="9000" b="1"/>
            </a:lvl1pPr>
          </a:lstStyle>
          <a:p>
            <a:r>
              <a:rPr lang="en-US"/>
              <a:t>Click to edit Master title style</a:t>
            </a:r>
            <a:endParaRPr lang="en-IN"/>
          </a:p>
        </p:txBody>
      </p:sp>
      <p:sp>
        <p:nvSpPr>
          <p:cNvPr id="3" name="Content Placeholder 2"/>
          <p:cNvSpPr>
            <a:spLocks noGrp="1"/>
          </p:cNvSpPr>
          <p:nvPr>
            <p:ph idx="1"/>
          </p:nvPr>
        </p:nvSpPr>
        <p:spPr>
          <a:xfrm>
            <a:off x="14074897" y="1433326"/>
            <a:ext cx="20124854" cy="30724779"/>
          </a:xfrm>
        </p:spPr>
        <p:txBody>
          <a:bodyPr/>
          <a:lstStyle>
            <a:lvl1pPr>
              <a:defRPr sz="14400"/>
            </a:lvl1pPr>
            <a:lvl2pPr>
              <a:defRPr sz="12600"/>
            </a:lvl2pPr>
            <a:lvl3pPr>
              <a:defRPr sz="10800"/>
            </a:lvl3pPr>
            <a:lvl4pPr>
              <a:defRPr sz="9000"/>
            </a:lvl4pPr>
            <a:lvl5pPr>
              <a:defRPr sz="9000"/>
            </a:lvl5pPr>
            <a:lvl6pPr>
              <a:defRPr sz="9000"/>
            </a:lvl6pPr>
            <a:lvl7pPr>
              <a:defRPr sz="9000"/>
            </a:lvl7pPr>
            <a:lvl8pPr>
              <a:defRPr sz="9000"/>
            </a:lvl8pPr>
            <a:lvl9pPr>
              <a:defRPr sz="9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1799989" y="7533281"/>
            <a:ext cx="11843666" cy="24624823"/>
          </a:xfrm>
        </p:spPr>
        <p:txBody>
          <a:bodyPr/>
          <a:lstStyle>
            <a:lvl1pPr marL="0" indent="0">
              <a:buNone/>
              <a:defRPr sz="6300"/>
            </a:lvl1pPr>
            <a:lvl2pPr marL="2057126" indent="0">
              <a:buNone/>
              <a:defRPr sz="5400"/>
            </a:lvl2pPr>
            <a:lvl3pPr marL="4114251" indent="0">
              <a:buNone/>
              <a:defRPr sz="4500"/>
            </a:lvl3pPr>
            <a:lvl4pPr marL="6171377" indent="0">
              <a:buNone/>
              <a:defRPr sz="4000"/>
            </a:lvl4pPr>
            <a:lvl5pPr marL="8228503" indent="0">
              <a:buNone/>
              <a:defRPr sz="4000"/>
            </a:lvl5pPr>
            <a:lvl6pPr marL="10285628" indent="0">
              <a:buNone/>
              <a:defRPr sz="4000"/>
            </a:lvl6pPr>
            <a:lvl7pPr marL="12342754" indent="0">
              <a:buNone/>
              <a:defRPr sz="4000"/>
            </a:lvl7pPr>
            <a:lvl8pPr marL="14399880" indent="0">
              <a:buNone/>
              <a:defRPr sz="4000"/>
            </a:lvl8pPr>
            <a:lvl9pPr marL="16457005"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53283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56201" y="25199817"/>
            <a:ext cx="21599843" cy="2974981"/>
          </a:xfrm>
        </p:spPr>
        <p:txBody>
          <a:bodyPr anchor="b"/>
          <a:lstStyle>
            <a:lvl1pPr algn="l">
              <a:defRPr sz="9000" b="1"/>
            </a:lvl1pPr>
          </a:lstStyle>
          <a:p>
            <a:r>
              <a:rPr lang="en-US"/>
              <a:t>Click to edit Master title style</a:t>
            </a:r>
            <a:endParaRPr lang="en-IN"/>
          </a:p>
        </p:txBody>
      </p:sp>
      <p:sp>
        <p:nvSpPr>
          <p:cNvPr id="3" name="Picture Placeholder 2"/>
          <p:cNvSpPr>
            <a:spLocks noGrp="1"/>
          </p:cNvSpPr>
          <p:nvPr>
            <p:ph type="pic" idx="1"/>
          </p:nvPr>
        </p:nvSpPr>
        <p:spPr>
          <a:xfrm>
            <a:off x="7056201" y="3216643"/>
            <a:ext cx="21599843" cy="21599843"/>
          </a:xfrm>
        </p:spPr>
        <p:txBody>
          <a:bodyPr/>
          <a:lstStyle>
            <a:lvl1pPr marL="0" indent="0">
              <a:buNone/>
              <a:defRPr sz="14400"/>
            </a:lvl1pPr>
            <a:lvl2pPr marL="2057126" indent="0">
              <a:buNone/>
              <a:defRPr sz="12600"/>
            </a:lvl2pPr>
            <a:lvl3pPr marL="4114251" indent="0">
              <a:buNone/>
              <a:defRPr sz="10800"/>
            </a:lvl3pPr>
            <a:lvl4pPr marL="6171377" indent="0">
              <a:buNone/>
              <a:defRPr sz="9000"/>
            </a:lvl4pPr>
            <a:lvl5pPr marL="8228503" indent="0">
              <a:buNone/>
              <a:defRPr sz="9000"/>
            </a:lvl5pPr>
            <a:lvl6pPr marL="10285628" indent="0">
              <a:buNone/>
              <a:defRPr sz="9000"/>
            </a:lvl6pPr>
            <a:lvl7pPr marL="12342754" indent="0">
              <a:buNone/>
              <a:defRPr sz="9000"/>
            </a:lvl7pPr>
            <a:lvl8pPr marL="14399880" indent="0">
              <a:buNone/>
              <a:defRPr sz="9000"/>
            </a:lvl8pPr>
            <a:lvl9pPr marL="16457005" indent="0">
              <a:buNone/>
              <a:defRPr sz="9000"/>
            </a:lvl9pPr>
          </a:lstStyle>
          <a:p>
            <a:endParaRPr lang="en-IN" dirty="0"/>
          </a:p>
        </p:txBody>
      </p:sp>
      <p:sp>
        <p:nvSpPr>
          <p:cNvPr id="4" name="Text Placeholder 3"/>
          <p:cNvSpPr>
            <a:spLocks noGrp="1"/>
          </p:cNvSpPr>
          <p:nvPr>
            <p:ph type="body" sz="half" idx="2"/>
          </p:nvPr>
        </p:nvSpPr>
        <p:spPr>
          <a:xfrm>
            <a:off x="7056201" y="28174797"/>
            <a:ext cx="21599843" cy="4224967"/>
          </a:xfrm>
        </p:spPr>
        <p:txBody>
          <a:bodyPr/>
          <a:lstStyle>
            <a:lvl1pPr marL="0" indent="0">
              <a:buNone/>
              <a:defRPr sz="6300"/>
            </a:lvl1pPr>
            <a:lvl2pPr marL="2057126" indent="0">
              <a:buNone/>
              <a:defRPr sz="5400"/>
            </a:lvl2pPr>
            <a:lvl3pPr marL="4114251" indent="0">
              <a:buNone/>
              <a:defRPr sz="4500"/>
            </a:lvl3pPr>
            <a:lvl4pPr marL="6171377" indent="0">
              <a:buNone/>
              <a:defRPr sz="4000"/>
            </a:lvl4pPr>
            <a:lvl5pPr marL="8228503" indent="0">
              <a:buNone/>
              <a:defRPr sz="4000"/>
            </a:lvl5pPr>
            <a:lvl6pPr marL="10285628" indent="0">
              <a:buNone/>
              <a:defRPr sz="4000"/>
            </a:lvl6pPr>
            <a:lvl7pPr marL="12342754" indent="0">
              <a:buNone/>
              <a:defRPr sz="4000"/>
            </a:lvl7pPr>
            <a:lvl8pPr marL="14399880" indent="0">
              <a:buNone/>
              <a:defRPr sz="4000"/>
            </a:lvl8pPr>
            <a:lvl9pPr marL="16457005"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40652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246559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099810" y="1441661"/>
            <a:ext cx="8099941" cy="30716443"/>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799987" y="1441661"/>
            <a:ext cx="23699828" cy="307164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85D6BDF-9D0E-4E2B-85B8-D8F4790360C9}" type="datetimeFigureOut">
              <a:rPr lang="en-US" smtClean="0"/>
              <a:t>3/27/2025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168042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5" name="Rectangle 14"/>
          <p:cNvSpPr/>
          <p:nvPr userDrawn="1"/>
        </p:nvSpPr>
        <p:spPr>
          <a:xfrm>
            <a:off x="35314029" y="0"/>
            <a:ext cx="685709" cy="3599973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endParaRPr lang="en-US" dirty="0"/>
          </a:p>
        </p:txBody>
      </p:sp>
      <p:sp>
        <p:nvSpPr>
          <p:cNvPr id="16" name="Rectangle 15"/>
          <p:cNvSpPr/>
          <p:nvPr userDrawn="1"/>
        </p:nvSpPr>
        <p:spPr>
          <a:xfrm>
            <a:off x="-1" y="0"/>
            <a:ext cx="685709" cy="35999738"/>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endParaRPr lang="en-US" dirty="0"/>
          </a:p>
        </p:txBody>
      </p:sp>
      <p:sp>
        <p:nvSpPr>
          <p:cNvPr id="17" name="Rectangle 16"/>
          <p:cNvSpPr/>
          <p:nvPr userDrawn="1"/>
        </p:nvSpPr>
        <p:spPr>
          <a:xfrm>
            <a:off x="0" y="0"/>
            <a:ext cx="35999738" cy="449996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endParaRPr lang="en-US" dirty="0"/>
          </a:p>
        </p:txBody>
      </p:sp>
      <p:sp>
        <p:nvSpPr>
          <p:cNvPr id="18" name="Rectangle 17"/>
          <p:cNvSpPr/>
          <p:nvPr userDrawn="1"/>
        </p:nvSpPr>
        <p:spPr>
          <a:xfrm>
            <a:off x="0" y="31499771"/>
            <a:ext cx="35999738" cy="449996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endParaRPr lang="en-US" dirty="0"/>
          </a:p>
        </p:txBody>
      </p:sp>
      <p:sp>
        <p:nvSpPr>
          <p:cNvPr id="19" name="Instructions"/>
          <p:cNvSpPr/>
          <p:nvPr userDrawn="1"/>
        </p:nvSpPr>
        <p:spPr>
          <a:xfrm>
            <a:off x="-11249918" y="0"/>
            <a:ext cx="10499924" cy="35999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7461" tIns="187461" rIns="187461" bIns="187461"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968"/>
              </a:spcAft>
            </a:pPr>
            <a:r>
              <a:rPr lang="en-US" sz="7900" dirty="0">
                <a:solidFill>
                  <a:srgbClr val="7F7F7F"/>
                </a:solidFill>
                <a:latin typeface="Calibri" pitchFamily="34" charset="0"/>
                <a:cs typeface="Calibri" panose="020F0502020204030204" pitchFamily="34" charset="0"/>
              </a:rPr>
              <a:t>Poster Print Size:</a:t>
            </a:r>
            <a:endParaRPr sz="7900" dirty="0">
              <a:solidFill>
                <a:srgbClr val="7F7F7F"/>
              </a:solidFill>
              <a:latin typeface="Calibri" pitchFamily="34" charset="0"/>
              <a:cs typeface="Calibri" panose="020F0502020204030204" pitchFamily="34" charset="0"/>
            </a:endParaRPr>
          </a:p>
          <a:p>
            <a:pPr lvl="0">
              <a:spcBef>
                <a:spcPts val="0"/>
              </a:spcBef>
              <a:spcAft>
                <a:spcPts val="1968"/>
              </a:spcAft>
            </a:pPr>
            <a:r>
              <a:rPr lang="en-US" sz="5200" dirty="0">
                <a:solidFill>
                  <a:srgbClr val="7F7F7F"/>
                </a:solidFill>
                <a:latin typeface="Calibri" pitchFamily="34" charset="0"/>
                <a:cs typeface="Calibri" panose="020F0502020204030204" pitchFamily="34" charset="0"/>
              </a:rPr>
              <a:t>This poster template is 1m</a:t>
            </a:r>
            <a:r>
              <a:rPr lang="en-US" sz="5200" baseline="0" dirty="0">
                <a:solidFill>
                  <a:srgbClr val="7F7F7F"/>
                </a:solidFill>
                <a:latin typeface="Calibri" pitchFamily="34" charset="0"/>
                <a:cs typeface="Calibri" panose="020F0502020204030204" pitchFamily="34" charset="0"/>
              </a:rPr>
              <a:t> (39.37</a:t>
            </a:r>
            <a:r>
              <a:rPr lang="en-US" sz="5200" dirty="0">
                <a:solidFill>
                  <a:srgbClr val="7F7F7F"/>
                </a:solidFill>
                <a:latin typeface="Calibri" pitchFamily="34" charset="0"/>
                <a:cs typeface="Calibri" panose="020F0502020204030204" pitchFamily="34" charset="0"/>
              </a:rPr>
              <a:t>” high by 1m (39.37”) wide. It can be used to print any poster with a 1:1 aspect ratio.</a:t>
            </a:r>
          </a:p>
          <a:p>
            <a:pPr lvl="0">
              <a:spcBef>
                <a:spcPts val="0"/>
              </a:spcBef>
              <a:spcAft>
                <a:spcPts val="1968"/>
              </a:spcAft>
            </a:pPr>
            <a:r>
              <a:rPr lang="en-US" sz="7900" dirty="0">
                <a:solidFill>
                  <a:srgbClr val="7F7F7F"/>
                </a:solidFill>
                <a:latin typeface="Calibri" pitchFamily="34" charset="0"/>
                <a:cs typeface="Calibri" panose="020F0502020204030204" pitchFamily="34" charset="0"/>
              </a:rPr>
              <a:t>Placeholders</a:t>
            </a:r>
            <a:r>
              <a:rPr sz="7900" dirty="0">
                <a:solidFill>
                  <a:srgbClr val="7F7F7F"/>
                </a:solidFill>
                <a:latin typeface="Calibri" pitchFamily="34" charset="0"/>
                <a:cs typeface="Calibri" panose="020F0502020204030204" pitchFamily="34" charset="0"/>
              </a:rPr>
              <a:t>:</a:t>
            </a:r>
          </a:p>
          <a:p>
            <a:pPr lvl="0">
              <a:spcBef>
                <a:spcPts val="0"/>
              </a:spcBef>
              <a:spcAft>
                <a:spcPts val="1968"/>
              </a:spcAft>
            </a:pPr>
            <a:r>
              <a:rPr sz="5200" dirty="0">
                <a:solidFill>
                  <a:srgbClr val="7F7F7F"/>
                </a:solidFill>
                <a:latin typeface="Calibri" pitchFamily="34" charset="0"/>
                <a:cs typeface="Calibri" panose="020F0502020204030204" pitchFamily="34" charset="0"/>
              </a:rPr>
              <a:t>The </a:t>
            </a:r>
            <a:r>
              <a:rPr lang="en-US" sz="5200" dirty="0">
                <a:solidFill>
                  <a:srgbClr val="7F7F7F"/>
                </a:solidFill>
                <a:latin typeface="Calibri" pitchFamily="34" charset="0"/>
                <a:cs typeface="Calibri" panose="020F0502020204030204" pitchFamily="34" charset="0"/>
              </a:rPr>
              <a:t>various elements included</a:t>
            </a:r>
            <a:r>
              <a:rPr sz="5200" dirty="0">
                <a:solidFill>
                  <a:srgbClr val="7F7F7F"/>
                </a:solidFill>
                <a:latin typeface="Calibri" pitchFamily="34" charset="0"/>
                <a:cs typeface="Calibri" panose="020F0502020204030204" pitchFamily="34" charset="0"/>
              </a:rPr>
              <a:t> in this </a:t>
            </a:r>
            <a:r>
              <a:rPr lang="en-US" sz="5200" dirty="0">
                <a:solidFill>
                  <a:srgbClr val="7F7F7F"/>
                </a:solidFill>
                <a:latin typeface="Calibri" pitchFamily="34" charset="0"/>
                <a:cs typeface="Calibri" panose="020F0502020204030204" pitchFamily="34" charset="0"/>
              </a:rPr>
              <a:t>poster are ones</a:t>
            </a:r>
            <a:r>
              <a:rPr lang="en-US" sz="5200" baseline="0" dirty="0">
                <a:solidFill>
                  <a:srgbClr val="7F7F7F"/>
                </a:solidFill>
                <a:latin typeface="Calibri" pitchFamily="34" charset="0"/>
                <a:cs typeface="Calibri" panose="020F0502020204030204" pitchFamily="34" charset="0"/>
              </a:rPr>
              <a:t> we often see in medical, research, and scientific posters.</a:t>
            </a:r>
            <a:r>
              <a:rPr sz="5200" dirty="0">
                <a:solidFill>
                  <a:srgbClr val="7F7F7F"/>
                </a:solidFill>
                <a:latin typeface="Calibri" pitchFamily="34" charset="0"/>
                <a:cs typeface="Calibri" panose="020F0502020204030204" pitchFamily="34" charset="0"/>
              </a:rPr>
              <a:t> </a:t>
            </a:r>
            <a:r>
              <a:rPr lang="en-US" sz="5200" dirty="0">
                <a:solidFill>
                  <a:srgbClr val="7F7F7F"/>
                </a:solidFill>
                <a:latin typeface="Calibri" pitchFamily="34" charset="0"/>
                <a:cs typeface="Calibri" panose="020F0502020204030204" pitchFamily="34" charset="0"/>
              </a:rPr>
              <a:t>Feel</a:t>
            </a:r>
            <a:r>
              <a:rPr lang="en-US" sz="52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968"/>
              </a:spcAft>
            </a:pPr>
            <a:r>
              <a:rPr lang="en-US" sz="7900" dirty="0">
                <a:solidFill>
                  <a:srgbClr val="7F7F7F"/>
                </a:solidFill>
                <a:latin typeface="Calibri" pitchFamily="34" charset="0"/>
                <a:cs typeface="Calibri" panose="020F0502020204030204" pitchFamily="34" charset="0"/>
              </a:rPr>
              <a:t>Image</a:t>
            </a:r>
            <a:r>
              <a:rPr lang="en-US" sz="7900" baseline="0" dirty="0">
                <a:solidFill>
                  <a:srgbClr val="7F7F7F"/>
                </a:solidFill>
                <a:latin typeface="Calibri" pitchFamily="34" charset="0"/>
                <a:cs typeface="Calibri" panose="020F0502020204030204" pitchFamily="34" charset="0"/>
              </a:rPr>
              <a:t> Quality</a:t>
            </a:r>
            <a:r>
              <a:rPr lang="en-US" sz="7900" dirty="0">
                <a:solidFill>
                  <a:srgbClr val="7F7F7F"/>
                </a:solidFill>
                <a:latin typeface="Calibri" pitchFamily="34" charset="0"/>
                <a:cs typeface="Calibri" panose="020F0502020204030204" pitchFamily="34" charset="0"/>
              </a:rPr>
              <a:t>:</a:t>
            </a:r>
          </a:p>
          <a:p>
            <a:pPr lvl="0">
              <a:spcBef>
                <a:spcPts val="0"/>
              </a:spcBef>
              <a:spcAft>
                <a:spcPts val="1968"/>
              </a:spcAft>
            </a:pPr>
            <a:r>
              <a:rPr lang="en-US" sz="5200" dirty="0">
                <a:solidFill>
                  <a:srgbClr val="7F7F7F"/>
                </a:solidFill>
                <a:latin typeface="Calibri" pitchFamily="34" charset="0"/>
                <a:cs typeface="Calibri" panose="020F0502020204030204" pitchFamily="34" charset="0"/>
              </a:rPr>
              <a:t>You can place digital photos or logo art in your poster file by selecting the </a:t>
            </a:r>
            <a:r>
              <a:rPr lang="en-US" sz="5200" b="1" dirty="0">
                <a:solidFill>
                  <a:srgbClr val="7F7F7F"/>
                </a:solidFill>
                <a:latin typeface="Calibri" pitchFamily="34" charset="0"/>
                <a:cs typeface="Calibri" panose="020F0502020204030204" pitchFamily="34" charset="0"/>
              </a:rPr>
              <a:t>Insert, Picture</a:t>
            </a:r>
            <a:r>
              <a:rPr lang="en-US" sz="52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5200" b="1" dirty="0">
                <a:solidFill>
                  <a:srgbClr val="7F7F7F"/>
                </a:solidFill>
                <a:latin typeface="Calibri" pitchFamily="34" charset="0"/>
                <a:cs typeface="Calibri" panose="020F0502020204030204" pitchFamily="34" charset="0"/>
              </a:rPr>
              <a:t>150-200 pixels per inch in their final printed size</a:t>
            </a:r>
            <a:r>
              <a:rPr lang="en-US" sz="5200" dirty="0">
                <a:solidFill>
                  <a:srgbClr val="7F7F7F"/>
                </a:solidFill>
                <a:latin typeface="Calibri" pitchFamily="34" charset="0"/>
                <a:cs typeface="Calibri" panose="020F0502020204030204" pitchFamily="34" charset="0"/>
              </a:rPr>
              <a:t>. For instance, a 1600 x 1200 pixel</a:t>
            </a:r>
            <a:r>
              <a:rPr lang="en-US" sz="5200" baseline="0" dirty="0">
                <a:solidFill>
                  <a:srgbClr val="7F7F7F"/>
                </a:solidFill>
                <a:latin typeface="Calibri" pitchFamily="34" charset="0"/>
                <a:cs typeface="Calibri" panose="020F0502020204030204" pitchFamily="34" charset="0"/>
              </a:rPr>
              <a:t> photo will usually look fine up to </a:t>
            </a:r>
            <a:r>
              <a:rPr lang="en-US" sz="5200" dirty="0">
                <a:solidFill>
                  <a:srgbClr val="7F7F7F"/>
                </a:solidFill>
                <a:latin typeface="Calibri" pitchFamily="34" charset="0"/>
                <a:cs typeface="Calibri" panose="020F0502020204030204" pitchFamily="34" charset="0"/>
              </a:rPr>
              <a:t>8“-10” wide on your printed poster.</a:t>
            </a:r>
          </a:p>
          <a:p>
            <a:pPr lvl="0">
              <a:spcBef>
                <a:spcPts val="0"/>
              </a:spcBef>
              <a:spcAft>
                <a:spcPts val="1968"/>
              </a:spcAft>
            </a:pPr>
            <a:r>
              <a:rPr lang="en-US" sz="52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968"/>
              </a:spcAft>
            </a:pPr>
            <a:r>
              <a:rPr lang="en-US" sz="52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968"/>
              </a:spcAft>
            </a:pPr>
            <a:br>
              <a:rPr lang="en-US" sz="3900" dirty="0">
                <a:solidFill>
                  <a:srgbClr val="7F7F7F"/>
                </a:solidFill>
                <a:latin typeface="Calibri" pitchFamily="34" charset="0"/>
                <a:cs typeface="Calibri" panose="020F0502020204030204" pitchFamily="34" charset="0"/>
              </a:rPr>
            </a:br>
            <a:r>
              <a:rPr lang="en-US" sz="3900" dirty="0">
                <a:solidFill>
                  <a:srgbClr val="7F7F7F"/>
                </a:solidFill>
                <a:latin typeface="Calibri" pitchFamily="34" charset="0"/>
                <a:cs typeface="Calibri" panose="020F0502020204030204" pitchFamily="34" charset="0"/>
              </a:rPr>
              <a:t>[This sidebar area does not print.]</a:t>
            </a:r>
          </a:p>
        </p:txBody>
      </p:sp>
      <p:grpSp>
        <p:nvGrpSpPr>
          <p:cNvPr id="20" name="Group 19"/>
          <p:cNvGrpSpPr/>
          <p:nvPr userDrawn="1"/>
        </p:nvGrpSpPr>
        <p:grpSpPr>
          <a:xfrm>
            <a:off x="36749732" y="0"/>
            <a:ext cx="10499924" cy="35999738"/>
            <a:chOff x="33832800" y="0"/>
            <a:chExt cx="12801600" cy="43891200"/>
          </a:xfrm>
        </p:grpSpPr>
        <p:sp>
          <p:nvSpPr>
            <p:cNvPr id="21"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968"/>
                </a:spcAft>
              </a:pPr>
              <a:r>
                <a:rPr lang="en-US" sz="7900" dirty="0">
                  <a:solidFill>
                    <a:schemeClr val="bg1">
                      <a:lumMod val="50000"/>
                    </a:schemeClr>
                  </a:solidFill>
                  <a:latin typeface="Calibri" pitchFamily="34" charset="0"/>
                  <a:cs typeface="Calibri" panose="020F0502020204030204" pitchFamily="34" charset="0"/>
                </a:rPr>
                <a:t>Change</a:t>
              </a:r>
              <a:r>
                <a:rPr lang="en-US" sz="7900" baseline="0" dirty="0">
                  <a:solidFill>
                    <a:schemeClr val="bg1">
                      <a:lumMod val="50000"/>
                    </a:schemeClr>
                  </a:solidFill>
                  <a:latin typeface="Calibri" pitchFamily="34" charset="0"/>
                  <a:cs typeface="Calibri" panose="020F0502020204030204" pitchFamily="34" charset="0"/>
                </a:rPr>
                <a:t> Color Theme</a:t>
              </a:r>
              <a:r>
                <a:rPr lang="en-US" sz="7900" dirty="0">
                  <a:solidFill>
                    <a:schemeClr val="bg1">
                      <a:lumMod val="50000"/>
                    </a:schemeClr>
                  </a:solidFill>
                  <a:latin typeface="Calibri" pitchFamily="34" charset="0"/>
                  <a:cs typeface="Calibri" panose="020F0502020204030204" pitchFamily="34" charset="0"/>
                </a:rPr>
                <a:t>:</a:t>
              </a:r>
              <a:endParaRPr sz="790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r>
                <a:rPr lang="en-US" sz="53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53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968"/>
                </a:spcAft>
              </a:pPr>
              <a:r>
                <a:rPr lang="en-US" sz="5300" baseline="0" dirty="0">
                  <a:solidFill>
                    <a:schemeClr val="bg1">
                      <a:lumMod val="50000"/>
                    </a:schemeClr>
                  </a:solidFill>
                  <a:latin typeface="Calibri" pitchFamily="34" charset="0"/>
                  <a:cs typeface="Calibri" panose="020F0502020204030204" pitchFamily="34" charset="0"/>
                </a:rPr>
                <a:t>To change the color theme, select the </a:t>
              </a:r>
              <a:r>
                <a:rPr lang="en-US" sz="5300" b="1" baseline="0" dirty="0">
                  <a:solidFill>
                    <a:schemeClr val="bg1">
                      <a:lumMod val="50000"/>
                    </a:schemeClr>
                  </a:solidFill>
                  <a:latin typeface="Calibri" pitchFamily="34" charset="0"/>
                  <a:cs typeface="Calibri" panose="020F0502020204030204" pitchFamily="34" charset="0"/>
                </a:rPr>
                <a:t>Design</a:t>
              </a:r>
              <a:r>
                <a:rPr lang="en-US" sz="5300" baseline="0" dirty="0">
                  <a:solidFill>
                    <a:schemeClr val="bg1">
                      <a:lumMod val="50000"/>
                    </a:schemeClr>
                  </a:solidFill>
                  <a:latin typeface="Calibri" pitchFamily="34" charset="0"/>
                  <a:cs typeface="Calibri" panose="020F0502020204030204" pitchFamily="34" charset="0"/>
                </a:rPr>
                <a:t> tab, then select the </a:t>
              </a:r>
              <a:r>
                <a:rPr lang="en-US" sz="5300" b="1" baseline="0" dirty="0">
                  <a:solidFill>
                    <a:schemeClr val="bg1">
                      <a:lumMod val="50000"/>
                    </a:schemeClr>
                  </a:solidFill>
                  <a:latin typeface="Calibri" pitchFamily="34" charset="0"/>
                  <a:cs typeface="Calibri" panose="020F0502020204030204" pitchFamily="34" charset="0"/>
                </a:rPr>
                <a:t>Colors</a:t>
              </a:r>
              <a:r>
                <a:rPr lang="en-US" sz="53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endParaRPr lang="en-US" sz="53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968"/>
                </a:spcAft>
              </a:pPr>
              <a:r>
                <a:rPr lang="en-US" sz="53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968"/>
                </a:spcAft>
              </a:pPr>
              <a:r>
                <a:rPr lang="en-US" sz="79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968"/>
                </a:spcAft>
              </a:pPr>
              <a:r>
                <a:rPr lang="en-US" sz="5300" dirty="0">
                  <a:solidFill>
                    <a:schemeClr val="bg1">
                      <a:lumMod val="50000"/>
                    </a:schemeClr>
                  </a:solidFill>
                  <a:latin typeface="Calibri" pitchFamily="34" charset="0"/>
                  <a:cs typeface="Calibri" panose="020F0502020204030204" pitchFamily="34" charset="0"/>
                </a:rPr>
                <a:t>Once your poster file is ready, visit</a:t>
              </a:r>
              <a:r>
                <a:rPr lang="en-US" sz="5300" baseline="0" dirty="0">
                  <a:solidFill>
                    <a:schemeClr val="bg1">
                      <a:lumMod val="50000"/>
                    </a:schemeClr>
                  </a:solidFill>
                  <a:latin typeface="Calibri" pitchFamily="34" charset="0"/>
                  <a:cs typeface="Calibri" panose="020F0502020204030204" pitchFamily="34" charset="0"/>
                </a:rPr>
                <a:t> </a:t>
              </a:r>
              <a:r>
                <a:rPr lang="en-US" sz="5300" b="1" baseline="0" dirty="0">
                  <a:solidFill>
                    <a:schemeClr val="bg1">
                      <a:lumMod val="50000"/>
                    </a:schemeClr>
                  </a:solidFill>
                  <a:latin typeface="Calibri" pitchFamily="34" charset="0"/>
                  <a:cs typeface="Calibri" panose="020F0502020204030204" pitchFamily="34" charset="0"/>
                </a:rPr>
                <a:t>www.genigraphics.com</a:t>
              </a:r>
              <a:r>
                <a:rPr lang="en-US" sz="53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delivery as fast as next business day within the US and Canada. </a:t>
              </a:r>
            </a:p>
            <a:p>
              <a:pPr lvl="0">
                <a:spcBef>
                  <a:spcPts val="0"/>
                </a:spcBef>
                <a:spcAft>
                  <a:spcPts val="1968"/>
                </a:spcAft>
              </a:pPr>
              <a:r>
                <a:rPr lang="en-US" sz="53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53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5300" baseline="0" dirty="0">
                  <a:solidFill>
                    <a:schemeClr val="bg1">
                      <a:lumMod val="50000"/>
                    </a:schemeClr>
                  </a:solidFill>
                  <a:latin typeface="Calibri" pitchFamily="34" charset="0"/>
                  <a:cs typeface="Calibri" panose="020F0502020204030204" pitchFamily="34" charset="0"/>
                </a:rPr>
                <a:t>US and Canada:  1-800-790-4001</a:t>
              </a:r>
              <a:br>
                <a:rPr lang="en-US" sz="5300" baseline="0" dirty="0">
                  <a:solidFill>
                    <a:schemeClr val="bg1">
                      <a:lumMod val="50000"/>
                    </a:schemeClr>
                  </a:solidFill>
                  <a:latin typeface="Calibri" pitchFamily="34" charset="0"/>
                  <a:cs typeface="Calibri" panose="020F0502020204030204" pitchFamily="34" charset="0"/>
                </a:rPr>
              </a:br>
              <a:r>
                <a:rPr lang="en-US" sz="53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3900" dirty="0">
                  <a:solidFill>
                    <a:schemeClr val="bg1">
                      <a:lumMod val="50000"/>
                    </a:schemeClr>
                  </a:solidFill>
                  <a:latin typeface="Calibri" pitchFamily="34" charset="0"/>
                  <a:cs typeface="Calibri" panose="020F0502020204030204" pitchFamily="34" charset="0"/>
                </a:rPr>
              </a:br>
              <a:r>
                <a:rPr lang="en-US" sz="3900" dirty="0">
                  <a:solidFill>
                    <a:schemeClr val="bg1">
                      <a:lumMod val="50000"/>
                    </a:schemeClr>
                  </a:solidFill>
                  <a:latin typeface="Calibri" pitchFamily="34" charset="0"/>
                  <a:cs typeface="Calibri" panose="020F0502020204030204" pitchFamily="34" charset="0"/>
                </a:rPr>
                <a:t>[This sidebar area does not print.]</a:t>
              </a:r>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6" name="Picture 16" descr="PosterTemplateCopyright"/>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499991" y="35624742"/>
            <a:ext cx="2872485" cy="242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2944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99987" y="1441659"/>
            <a:ext cx="32399764" cy="5999956"/>
          </a:xfrm>
          <a:prstGeom prst="rect">
            <a:avLst/>
          </a:prstGeom>
        </p:spPr>
        <p:txBody>
          <a:bodyPr vert="horz" lIns="411425" tIns="205713" rIns="411425" bIns="205713"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1799987" y="8399942"/>
            <a:ext cx="32399764" cy="23758163"/>
          </a:xfrm>
          <a:prstGeom prst="rect">
            <a:avLst/>
          </a:prstGeom>
        </p:spPr>
        <p:txBody>
          <a:bodyPr vert="horz" lIns="411425" tIns="205713" rIns="411425" bIns="20571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1799987" y="33366426"/>
            <a:ext cx="8399939" cy="1916653"/>
          </a:xfrm>
          <a:prstGeom prst="rect">
            <a:avLst/>
          </a:prstGeom>
        </p:spPr>
        <p:txBody>
          <a:bodyPr vert="horz" lIns="411425" tIns="205713" rIns="411425" bIns="205713" rtlCol="0" anchor="ctr"/>
          <a:lstStyle>
            <a:lvl1pPr algn="l">
              <a:defRPr sz="5400">
                <a:solidFill>
                  <a:schemeClr val="tx1">
                    <a:tint val="75000"/>
                  </a:schemeClr>
                </a:solidFill>
              </a:defRPr>
            </a:lvl1pPr>
          </a:lstStyle>
          <a:p>
            <a:fld id="{985D6BDF-9D0E-4E2B-85B8-D8F4790360C9}" type="datetimeFigureOut">
              <a:rPr lang="en-US" smtClean="0"/>
              <a:t>3/27/2025</a:t>
            </a:fld>
            <a:endParaRPr lang="en-US" dirty="0"/>
          </a:p>
        </p:txBody>
      </p:sp>
      <p:sp>
        <p:nvSpPr>
          <p:cNvPr id="5" name="Footer Placeholder 4"/>
          <p:cNvSpPr>
            <a:spLocks noGrp="1"/>
          </p:cNvSpPr>
          <p:nvPr>
            <p:ph type="ftr" sz="quarter" idx="3"/>
          </p:nvPr>
        </p:nvSpPr>
        <p:spPr>
          <a:xfrm>
            <a:off x="12299911" y="33366426"/>
            <a:ext cx="11399917" cy="1916653"/>
          </a:xfrm>
          <a:prstGeom prst="rect">
            <a:avLst/>
          </a:prstGeom>
        </p:spPr>
        <p:txBody>
          <a:bodyPr vert="horz" lIns="411425" tIns="205713" rIns="411425" bIns="205713" rtlCol="0" anchor="ctr"/>
          <a:lstStyle>
            <a:lvl1pPr algn="ctr">
              <a:defRPr sz="54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5799812" y="33366426"/>
            <a:ext cx="8399939" cy="1916653"/>
          </a:xfrm>
          <a:prstGeom prst="rect">
            <a:avLst/>
          </a:prstGeom>
        </p:spPr>
        <p:txBody>
          <a:bodyPr vert="horz" lIns="411425" tIns="205713" rIns="411425" bIns="205713" rtlCol="0" anchor="ctr"/>
          <a:lstStyle>
            <a:lvl1pPr algn="r">
              <a:defRPr sz="540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1795934722"/>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Lst>
  <p:txStyles>
    <p:titleStyle>
      <a:lvl1pPr algn="ctr" defTabSz="4114251" rtl="0" eaLnBrk="1" latinLnBrk="0" hangingPunct="1">
        <a:spcBef>
          <a:spcPct val="0"/>
        </a:spcBef>
        <a:buNone/>
        <a:defRPr sz="19800" kern="1200">
          <a:solidFill>
            <a:schemeClr val="tx1"/>
          </a:solidFill>
          <a:latin typeface="+mj-lt"/>
          <a:ea typeface="+mj-ea"/>
          <a:cs typeface="+mj-cs"/>
        </a:defRPr>
      </a:lvl1pPr>
    </p:titleStyle>
    <p:bodyStyle>
      <a:lvl1pPr marL="1542844" indent="-1542844" algn="l" defTabSz="4114251" rtl="0" eaLnBrk="1" latinLnBrk="0" hangingPunct="1">
        <a:spcBef>
          <a:spcPct val="20000"/>
        </a:spcBef>
        <a:buFont typeface="Arial" pitchFamily="34" charset="0"/>
        <a:buChar char="•"/>
        <a:defRPr sz="14400" kern="1200">
          <a:solidFill>
            <a:schemeClr val="tx1"/>
          </a:solidFill>
          <a:latin typeface="+mn-lt"/>
          <a:ea typeface="+mn-ea"/>
          <a:cs typeface="+mn-cs"/>
        </a:defRPr>
      </a:lvl1pPr>
      <a:lvl2pPr marL="3342829" indent="-1285704" algn="l" defTabSz="4114251" rtl="0" eaLnBrk="1" latinLnBrk="0" hangingPunct="1">
        <a:spcBef>
          <a:spcPct val="20000"/>
        </a:spcBef>
        <a:buFont typeface="Arial" pitchFamily="34" charset="0"/>
        <a:buChar char="–"/>
        <a:defRPr sz="12600" kern="1200">
          <a:solidFill>
            <a:schemeClr val="tx1"/>
          </a:solidFill>
          <a:latin typeface="+mn-lt"/>
          <a:ea typeface="+mn-ea"/>
          <a:cs typeface="+mn-cs"/>
        </a:defRPr>
      </a:lvl2pPr>
      <a:lvl3pPr marL="5142814" indent="-1028563" algn="l" defTabSz="4114251" rtl="0" eaLnBrk="1" latinLnBrk="0" hangingPunct="1">
        <a:spcBef>
          <a:spcPct val="20000"/>
        </a:spcBef>
        <a:buFont typeface="Arial" pitchFamily="34" charset="0"/>
        <a:buChar char="•"/>
        <a:defRPr sz="10800" kern="1200">
          <a:solidFill>
            <a:schemeClr val="tx1"/>
          </a:solidFill>
          <a:latin typeface="+mn-lt"/>
          <a:ea typeface="+mn-ea"/>
          <a:cs typeface="+mn-cs"/>
        </a:defRPr>
      </a:lvl3pPr>
      <a:lvl4pPr marL="7199940" indent="-1028563" algn="l" defTabSz="4114251" rtl="0" eaLnBrk="1" latinLnBrk="0" hangingPunct="1">
        <a:spcBef>
          <a:spcPct val="20000"/>
        </a:spcBef>
        <a:buFont typeface="Arial" pitchFamily="34" charset="0"/>
        <a:buChar char="–"/>
        <a:defRPr sz="9000" kern="1200">
          <a:solidFill>
            <a:schemeClr val="tx1"/>
          </a:solidFill>
          <a:latin typeface="+mn-lt"/>
          <a:ea typeface="+mn-ea"/>
          <a:cs typeface="+mn-cs"/>
        </a:defRPr>
      </a:lvl4pPr>
      <a:lvl5pPr marL="9257066" indent="-1028563" algn="l" defTabSz="4114251" rtl="0" eaLnBrk="1" latinLnBrk="0" hangingPunct="1">
        <a:spcBef>
          <a:spcPct val="20000"/>
        </a:spcBef>
        <a:buFont typeface="Arial" pitchFamily="34" charset="0"/>
        <a:buChar char="»"/>
        <a:defRPr sz="9000" kern="1200">
          <a:solidFill>
            <a:schemeClr val="tx1"/>
          </a:solidFill>
          <a:latin typeface="+mn-lt"/>
          <a:ea typeface="+mn-ea"/>
          <a:cs typeface="+mn-cs"/>
        </a:defRPr>
      </a:lvl5pPr>
      <a:lvl6pPr marL="11314191" indent="-1028563" algn="l" defTabSz="4114251" rtl="0" eaLnBrk="1" latinLnBrk="0" hangingPunct="1">
        <a:spcBef>
          <a:spcPct val="20000"/>
        </a:spcBef>
        <a:buFont typeface="Arial" pitchFamily="34" charset="0"/>
        <a:buChar char="•"/>
        <a:defRPr sz="9000" kern="1200">
          <a:solidFill>
            <a:schemeClr val="tx1"/>
          </a:solidFill>
          <a:latin typeface="+mn-lt"/>
          <a:ea typeface="+mn-ea"/>
          <a:cs typeface="+mn-cs"/>
        </a:defRPr>
      </a:lvl6pPr>
      <a:lvl7pPr marL="13371317" indent="-1028563" algn="l" defTabSz="4114251" rtl="0" eaLnBrk="1" latinLnBrk="0" hangingPunct="1">
        <a:spcBef>
          <a:spcPct val="20000"/>
        </a:spcBef>
        <a:buFont typeface="Arial" pitchFamily="34" charset="0"/>
        <a:buChar char="•"/>
        <a:defRPr sz="9000" kern="1200">
          <a:solidFill>
            <a:schemeClr val="tx1"/>
          </a:solidFill>
          <a:latin typeface="+mn-lt"/>
          <a:ea typeface="+mn-ea"/>
          <a:cs typeface="+mn-cs"/>
        </a:defRPr>
      </a:lvl7pPr>
      <a:lvl8pPr marL="15428443" indent="-1028563" algn="l" defTabSz="4114251" rtl="0" eaLnBrk="1" latinLnBrk="0" hangingPunct="1">
        <a:spcBef>
          <a:spcPct val="20000"/>
        </a:spcBef>
        <a:buFont typeface="Arial" pitchFamily="34" charset="0"/>
        <a:buChar char="•"/>
        <a:defRPr sz="9000" kern="1200">
          <a:solidFill>
            <a:schemeClr val="tx1"/>
          </a:solidFill>
          <a:latin typeface="+mn-lt"/>
          <a:ea typeface="+mn-ea"/>
          <a:cs typeface="+mn-cs"/>
        </a:defRPr>
      </a:lvl8pPr>
      <a:lvl9pPr marL="17485568" indent="-1028563" algn="l" defTabSz="4114251" rtl="0" eaLnBrk="1" latinLnBrk="0" hangingPunct="1">
        <a:spcBef>
          <a:spcPct val="20000"/>
        </a:spcBef>
        <a:buFont typeface="Arial" pitchFamily="34" charset="0"/>
        <a:buChar char="•"/>
        <a:defRPr sz="9000" kern="1200">
          <a:solidFill>
            <a:schemeClr val="tx1"/>
          </a:solidFill>
          <a:latin typeface="+mn-lt"/>
          <a:ea typeface="+mn-ea"/>
          <a:cs typeface="+mn-cs"/>
        </a:defRPr>
      </a:lvl9pPr>
    </p:bodyStyle>
    <p:otherStyle>
      <a:defPPr>
        <a:defRPr lang="en-US"/>
      </a:defPPr>
      <a:lvl1pPr marL="0" algn="l" defTabSz="4114251" rtl="0" eaLnBrk="1" latinLnBrk="0" hangingPunct="1">
        <a:defRPr sz="8100" kern="1200">
          <a:solidFill>
            <a:schemeClr val="tx1"/>
          </a:solidFill>
          <a:latin typeface="+mn-lt"/>
          <a:ea typeface="+mn-ea"/>
          <a:cs typeface="+mn-cs"/>
        </a:defRPr>
      </a:lvl1pPr>
      <a:lvl2pPr marL="2057126" algn="l" defTabSz="4114251" rtl="0" eaLnBrk="1" latinLnBrk="0" hangingPunct="1">
        <a:defRPr sz="8100" kern="1200">
          <a:solidFill>
            <a:schemeClr val="tx1"/>
          </a:solidFill>
          <a:latin typeface="+mn-lt"/>
          <a:ea typeface="+mn-ea"/>
          <a:cs typeface="+mn-cs"/>
        </a:defRPr>
      </a:lvl2pPr>
      <a:lvl3pPr marL="4114251" algn="l" defTabSz="4114251" rtl="0" eaLnBrk="1" latinLnBrk="0" hangingPunct="1">
        <a:defRPr sz="8100" kern="1200">
          <a:solidFill>
            <a:schemeClr val="tx1"/>
          </a:solidFill>
          <a:latin typeface="+mn-lt"/>
          <a:ea typeface="+mn-ea"/>
          <a:cs typeface="+mn-cs"/>
        </a:defRPr>
      </a:lvl3pPr>
      <a:lvl4pPr marL="6171377" algn="l" defTabSz="4114251" rtl="0" eaLnBrk="1" latinLnBrk="0" hangingPunct="1">
        <a:defRPr sz="8100" kern="1200">
          <a:solidFill>
            <a:schemeClr val="tx1"/>
          </a:solidFill>
          <a:latin typeface="+mn-lt"/>
          <a:ea typeface="+mn-ea"/>
          <a:cs typeface="+mn-cs"/>
        </a:defRPr>
      </a:lvl4pPr>
      <a:lvl5pPr marL="8228503" algn="l" defTabSz="4114251" rtl="0" eaLnBrk="1" latinLnBrk="0" hangingPunct="1">
        <a:defRPr sz="8100" kern="1200">
          <a:solidFill>
            <a:schemeClr val="tx1"/>
          </a:solidFill>
          <a:latin typeface="+mn-lt"/>
          <a:ea typeface="+mn-ea"/>
          <a:cs typeface="+mn-cs"/>
        </a:defRPr>
      </a:lvl5pPr>
      <a:lvl6pPr marL="10285628" algn="l" defTabSz="4114251" rtl="0" eaLnBrk="1" latinLnBrk="0" hangingPunct="1">
        <a:defRPr sz="8100" kern="1200">
          <a:solidFill>
            <a:schemeClr val="tx1"/>
          </a:solidFill>
          <a:latin typeface="+mn-lt"/>
          <a:ea typeface="+mn-ea"/>
          <a:cs typeface="+mn-cs"/>
        </a:defRPr>
      </a:lvl6pPr>
      <a:lvl7pPr marL="12342754" algn="l" defTabSz="4114251" rtl="0" eaLnBrk="1" latinLnBrk="0" hangingPunct="1">
        <a:defRPr sz="8100" kern="1200">
          <a:solidFill>
            <a:schemeClr val="tx1"/>
          </a:solidFill>
          <a:latin typeface="+mn-lt"/>
          <a:ea typeface="+mn-ea"/>
          <a:cs typeface="+mn-cs"/>
        </a:defRPr>
      </a:lvl7pPr>
      <a:lvl8pPr marL="14399880" algn="l" defTabSz="4114251" rtl="0" eaLnBrk="1" latinLnBrk="0" hangingPunct="1">
        <a:defRPr sz="8100" kern="1200">
          <a:solidFill>
            <a:schemeClr val="tx1"/>
          </a:solidFill>
          <a:latin typeface="+mn-lt"/>
          <a:ea typeface="+mn-ea"/>
          <a:cs typeface="+mn-cs"/>
        </a:defRPr>
      </a:lvl8pPr>
      <a:lvl9pPr marL="16457005" algn="l" defTabSz="4114251" rtl="0" eaLnBrk="1" latinLnBrk="0" hangingPunct="1">
        <a:defRPr sz="8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png"/><Relationship Id="rId9"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4022014" y="-364331"/>
            <a:ext cx="27869222" cy="1680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49969" tIns="374922" rIns="149969" bIns="374922"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IN" sz="6000" b="1" dirty="0">
                <a:latin typeface="+mn-lt"/>
              </a:rPr>
              <a:t>“</a:t>
            </a:r>
            <a:r>
              <a:rPr lang="en-US" sz="6000" b="1" dirty="0">
                <a:latin typeface="+mn-lt"/>
              </a:rPr>
              <a:t>Development of Automated Mobile Robotic Arm for Cold Storage Operations</a:t>
            </a:r>
            <a:r>
              <a:rPr lang="en-IN" sz="6000" b="1" dirty="0">
                <a:latin typeface="+mn-lt"/>
              </a:rPr>
              <a:t>”</a:t>
            </a:r>
          </a:p>
        </p:txBody>
      </p:sp>
      <p:sp>
        <p:nvSpPr>
          <p:cNvPr id="5" name="Text Box 123"/>
          <p:cNvSpPr txBox="1">
            <a:spLocks noChangeArrowheads="1"/>
          </p:cNvSpPr>
          <p:nvPr/>
        </p:nvSpPr>
        <p:spPr bwMode="auto">
          <a:xfrm>
            <a:off x="4022014" y="1316165"/>
            <a:ext cx="27955709" cy="3431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49969" tIns="149969" rIns="149969" bIns="149969"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000" dirty="0">
                <a:latin typeface="+mn-lt"/>
              </a:rPr>
              <a:t>Subodh Bhosale (</a:t>
            </a:r>
            <a:r>
              <a:rPr lang="en-IN" sz="4000" dirty="0">
                <a:latin typeface="+mn-lt"/>
              </a:rPr>
              <a:t>244418</a:t>
            </a:r>
            <a:r>
              <a:rPr lang="en-IN" sz="3200" dirty="0"/>
              <a:t> </a:t>
            </a:r>
            <a:r>
              <a:rPr lang="en-US" sz="4000" dirty="0">
                <a:latin typeface="+mn-lt"/>
              </a:rPr>
              <a:t>)         Girish Patil (244425)          Utkarsh Jadhav (244426)</a:t>
            </a:r>
          </a:p>
          <a:p>
            <a:pPr algn="ctr" eaLnBrk="1" hangingPunct="1"/>
            <a:r>
              <a:rPr lang="en-US" sz="4000" dirty="0">
                <a:latin typeface="+mn-lt"/>
              </a:rPr>
              <a:t>Omkar Pore (244460)          Sunil </a:t>
            </a:r>
            <a:r>
              <a:rPr lang="en-US" sz="4000" dirty="0" err="1">
                <a:latin typeface="+mn-lt"/>
              </a:rPr>
              <a:t>Dhargude</a:t>
            </a:r>
            <a:r>
              <a:rPr lang="en-US" sz="4000" dirty="0">
                <a:latin typeface="+mn-lt"/>
              </a:rPr>
              <a:t> (244464 )</a:t>
            </a:r>
          </a:p>
          <a:p>
            <a:pPr algn="ctr" eaLnBrk="1" hangingPunct="1"/>
            <a:r>
              <a:rPr lang="en-US" sz="4000" dirty="0">
                <a:latin typeface="+mn-lt"/>
              </a:rPr>
              <a:t> Under Guidance of :- Prof. S. H. Kumbhar </a:t>
            </a:r>
          </a:p>
          <a:p>
            <a:pPr algn="ctr" eaLnBrk="1" hangingPunct="1"/>
            <a:r>
              <a:rPr lang="en-US" sz="4000" dirty="0">
                <a:latin typeface="+mn-lt"/>
              </a:rPr>
              <a:t>Academic Year  2024-25 </a:t>
            </a:r>
          </a:p>
          <a:p>
            <a:pPr algn="ctr" eaLnBrk="1" hangingPunct="1"/>
            <a:r>
              <a:rPr lang="en-US" sz="4000" b="1" dirty="0">
                <a:latin typeface="+mn-lt"/>
              </a:rPr>
              <a:t>Department of Mechanical Engineering, VPKBIET Baramati</a:t>
            </a:r>
          </a:p>
          <a:p>
            <a:pPr algn="ctr" eaLnBrk="1" hangingPunct="1"/>
            <a:endParaRPr lang="en-US" sz="4000" dirty="0">
              <a:latin typeface="+mn-lt"/>
            </a:endParaRPr>
          </a:p>
        </p:txBody>
      </p:sp>
      <p:sp>
        <p:nvSpPr>
          <p:cNvPr id="26" name="TextBox 25"/>
          <p:cNvSpPr txBox="1"/>
          <p:nvPr/>
        </p:nvSpPr>
        <p:spPr>
          <a:xfrm>
            <a:off x="778668" y="32325469"/>
            <a:ext cx="31934427" cy="2852950"/>
          </a:xfrm>
          <a:prstGeom prst="rect">
            <a:avLst/>
          </a:prstGeom>
          <a:noFill/>
        </p:spPr>
        <p:txBody>
          <a:bodyPr wrap="square" lIns="74984" tIns="74984" rIns="74984" bIns="74984" numCol="1" spcCol="374922" rtlCol="0">
            <a:noAutofit/>
          </a:bodyPr>
          <a:lstStyle/>
          <a:p>
            <a:r>
              <a:rPr lang="en-US" sz="3000" dirty="0"/>
              <a:t> 1.Smith, J. A., &amp; Doe, R. (2022). Robotic Arms in Industrial Automation. Journal of Robotics, 15(4), 123-134.  </a:t>
            </a:r>
          </a:p>
          <a:p>
            <a:r>
              <a:rPr lang="en-US" sz="3000" dirty="0"/>
              <a:t>2. Lee, C., &amp; Wang, H. (2021). Advancements in Cold Storage Automation. International Conference on Robotics and Automation, 98-106. </a:t>
            </a:r>
          </a:p>
          <a:p>
            <a:r>
              <a:rPr lang="en-US" sz="3000" dirty="0"/>
              <a:t>3. Brown, T., &amp; Green, R. (2020). Impact of Low Temperatures on Robotic Systems. Journal of Mechanical Design, 142(6), 654-670. </a:t>
            </a:r>
          </a:p>
          <a:p>
            <a:r>
              <a:rPr lang="en-US" sz="3000" dirty="0"/>
              <a:t>4. CESAREO CONTRERAS Autonomous Mobile Robot Makers Answer the Call During Holiday Rush. </a:t>
            </a:r>
          </a:p>
          <a:p>
            <a:r>
              <a:rPr lang="en-US" sz="3000" dirty="0"/>
              <a:t>5. Namita Sharma, Sadaf Anjum, Amrah Maryam, Savita Gautam (2024), Robotic Arm Car: A Mobile Solution For Automated Pick And Place Operations.</a:t>
            </a:r>
          </a:p>
          <a:p>
            <a:pPr marL="374922" indent="-374922">
              <a:buFont typeface="+mj-lt"/>
              <a:buAutoNum type="arabicPeriod"/>
            </a:pPr>
            <a:endParaRPr lang="en-US" sz="3000" dirty="0"/>
          </a:p>
        </p:txBody>
      </p:sp>
      <p:sp>
        <p:nvSpPr>
          <p:cNvPr id="27" name="TextBox 26"/>
          <p:cNvSpPr txBox="1"/>
          <p:nvPr/>
        </p:nvSpPr>
        <p:spPr>
          <a:xfrm>
            <a:off x="702469" y="31487269"/>
            <a:ext cx="21124250" cy="854679"/>
          </a:xfrm>
          <a:prstGeom prst="rect">
            <a:avLst/>
          </a:prstGeom>
          <a:noFill/>
        </p:spPr>
        <p:txBody>
          <a:bodyPr wrap="square" lIns="74984" tIns="37492" rIns="74984" bIns="37492" rtlCol="0">
            <a:spAutoFit/>
          </a:bodyPr>
          <a:lstStyle/>
          <a:p>
            <a:r>
              <a:rPr lang="en-US" sz="5100" b="1" dirty="0"/>
              <a:t>References</a:t>
            </a:r>
          </a:p>
        </p:txBody>
      </p:sp>
      <p:sp>
        <p:nvSpPr>
          <p:cNvPr id="10" name="Text Box 189"/>
          <p:cNvSpPr txBox="1">
            <a:spLocks noChangeArrowheads="1"/>
          </p:cNvSpPr>
          <p:nvPr/>
        </p:nvSpPr>
        <p:spPr bwMode="auto">
          <a:xfrm>
            <a:off x="1394507" y="6158359"/>
            <a:ext cx="10628494" cy="7498110"/>
          </a:xfrm>
          <a:prstGeom prst="rect">
            <a:avLst/>
          </a:prstGeom>
          <a:solidFill>
            <a:schemeClr val="bg1"/>
          </a:solidFill>
          <a:ln w="12700">
            <a:solidFill>
              <a:schemeClr val="accent1">
                <a:lumMod val="75000"/>
              </a:schemeClr>
            </a:solidFill>
          </a:ln>
          <a:effectLst/>
        </p:spPr>
        <p:txBody>
          <a:bodyPr lIns="149969" tIns="149969" rIns="149969" bIns="149969">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a:r>
              <a:rPr lang="en-US" sz="3000" dirty="0">
                <a:latin typeface="+mn-lt"/>
                <a:cs typeface="Arial" pitchFamily="34" charset="0"/>
              </a:rPr>
              <a:t>The development of an automatic mobile robotic arm for cold storage operations is aimed at enhancing efficiency, accuracy and security in the environment, where temperature-sensitive items are handled. This robotic system is designed to </a:t>
            </a:r>
            <a:r>
              <a:rPr lang="en-US" sz="3000" dirty="0" err="1">
                <a:latin typeface="+mn-lt"/>
                <a:cs typeface="Arial" pitchFamily="34" charset="0"/>
              </a:rPr>
              <a:t>autonomally</a:t>
            </a:r>
            <a:r>
              <a:rPr lang="en-US" sz="3000" dirty="0">
                <a:latin typeface="+mn-lt"/>
                <a:cs typeface="Arial" pitchFamily="34" charset="0"/>
              </a:rPr>
              <a:t> navigate cold storage features, pick, sort and store items and operate tasks such as storing and operating in tight temperature conditions. This innovation is particularly important for industries such as food and pharmaceuticals, where it is important to maintain the integrity of temperature</a:t>
            </a:r>
          </a:p>
          <a:p>
            <a:pPr algn="just"/>
            <a:r>
              <a:rPr lang="en-US" sz="3000" dirty="0">
                <a:latin typeface="+mn-lt"/>
                <a:cs typeface="Arial" pitchFamily="34" charset="0"/>
              </a:rPr>
              <a:t>sensitive products. Robotic arm dynamics allow it to make it </a:t>
            </a:r>
            <a:r>
              <a:rPr lang="en-US" sz="3000" dirty="0" err="1">
                <a:latin typeface="+mn-lt"/>
                <a:cs typeface="Arial" pitchFamily="34" charset="0"/>
              </a:rPr>
              <a:t>favourable</a:t>
            </a:r>
            <a:r>
              <a:rPr lang="en-US" sz="3000" dirty="0">
                <a:latin typeface="+mn-lt"/>
                <a:cs typeface="Arial" pitchFamily="34" charset="0"/>
              </a:rPr>
              <a:t> to various cold storage configurations, while its exact control mechanisms ensure safe handling of delicate objects. The system not only strengthens operations, but also improves security by reducing human risk for extremely cold environment, which leads to better overall productivity and cost savings.</a:t>
            </a:r>
            <a:endParaRPr lang="en-IN" sz="3000" dirty="0">
              <a:latin typeface="+mn-lt"/>
              <a:cs typeface="Arial" pitchFamily="34" charset="0"/>
            </a:endParaRPr>
          </a:p>
          <a:p>
            <a:pPr algn="just"/>
            <a:endParaRPr lang="en-IN" sz="3000" dirty="0">
              <a:latin typeface="+mn-lt"/>
              <a:cs typeface="Arial" pitchFamily="34" charset="0"/>
            </a:endParaRPr>
          </a:p>
        </p:txBody>
      </p:sp>
      <p:sp>
        <p:nvSpPr>
          <p:cNvPr id="32" name="Rectangle 31"/>
          <p:cNvSpPr/>
          <p:nvPr/>
        </p:nvSpPr>
        <p:spPr>
          <a:xfrm>
            <a:off x="1371418" y="5249962"/>
            <a:ext cx="10628494" cy="749995"/>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r>
              <a:rPr lang="en-US" sz="5100" b="1" dirty="0">
                <a:solidFill>
                  <a:schemeClr val="tx1"/>
                </a:solidFill>
              </a:rPr>
              <a:t>Abstract</a:t>
            </a:r>
          </a:p>
        </p:txBody>
      </p:sp>
      <p:sp>
        <p:nvSpPr>
          <p:cNvPr id="15" name="Text Box 194"/>
          <p:cNvSpPr txBox="1">
            <a:spLocks noChangeArrowheads="1"/>
          </p:cNvSpPr>
          <p:nvPr/>
        </p:nvSpPr>
        <p:spPr bwMode="auto">
          <a:xfrm>
            <a:off x="12685622" y="12765301"/>
            <a:ext cx="10628494" cy="17249874"/>
          </a:xfrm>
          <a:prstGeom prst="rect">
            <a:avLst/>
          </a:prstGeom>
          <a:noFill/>
          <a:ln w="12700">
            <a:solidFill>
              <a:schemeClr val="accent1">
                <a:lumMod val="75000"/>
              </a:schemeClr>
            </a:solidFill>
          </a:ln>
          <a:effectLst/>
        </p:spPr>
        <p:txBody>
          <a:bodyPr lIns="149969" tIns="149969" rIns="149969" bIns="149969">
            <a:norm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42900" indent="-342900" algn="just">
              <a:buFont typeface="Arial" panose="020B0604020202020204" pitchFamily="34" charset="0"/>
              <a:buChar char="•"/>
            </a:pPr>
            <a:r>
              <a:rPr lang="en-IN" sz="3000" dirty="0">
                <a:latin typeface="+mn-lt"/>
              </a:rPr>
              <a:t>Design of Robotic Arm</a:t>
            </a:r>
            <a:endParaRPr lang="en-IN" sz="3000" dirty="0">
              <a:latin typeface="+mn-lt"/>
              <a:cs typeface="Arial" pitchFamily="34" charset="0"/>
            </a:endParaRPr>
          </a:p>
          <a:p>
            <a:pPr marL="342900" indent="-342900" algn="just">
              <a:buFont typeface="Arial" panose="020B0604020202020204" pitchFamily="34" charset="0"/>
              <a:buChar char="•"/>
            </a:pPr>
            <a:r>
              <a:rPr lang="en-US" sz="3000" dirty="0">
                <a:latin typeface="+mn-lt"/>
              </a:rPr>
              <a:t>Motor and Servo Selection for Cold Storage </a:t>
            </a:r>
            <a:endParaRPr lang="en-IN" sz="3000" dirty="0">
              <a:latin typeface="+mn-lt"/>
              <a:cs typeface="Arial" pitchFamily="34" charset="0"/>
            </a:endParaRPr>
          </a:p>
          <a:p>
            <a:pPr marL="342900" indent="-342900" algn="just">
              <a:buFont typeface="Arial" panose="020B0604020202020204" pitchFamily="34" charset="0"/>
              <a:buChar char="•"/>
            </a:pPr>
            <a:r>
              <a:rPr lang="en-US" sz="3000" dirty="0">
                <a:latin typeface="+mn-lt"/>
              </a:rPr>
              <a:t>Battery and Power Management System </a:t>
            </a:r>
            <a:endParaRPr lang="en-IN" sz="3000" dirty="0">
              <a:latin typeface="+mn-lt"/>
              <a:cs typeface="Arial" pitchFamily="34" charset="0"/>
            </a:endParaRPr>
          </a:p>
          <a:p>
            <a:pPr marL="342900" indent="-342900" algn="just">
              <a:buFont typeface="Arial" panose="020B0604020202020204" pitchFamily="34" charset="0"/>
              <a:buChar char="•"/>
            </a:pPr>
            <a:r>
              <a:rPr lang="en-IN" sz="3000" dirty="0">
                <a:latin typeface="+mn-lt"/>
              </a:rPr>
              <a:t>Mobility and Navigation System </a:t>
            </a:r>
            <a:endParaRPr lang="en-IN" sz="3000" dirty="0">
              <a:latin typeface="+mn-lt"/>
              <a:cs typeface="Arial" pitchFamily="34" charset="0"/>
            </a:endParaRPr>
          </a:p>
          <a:p>
            <a:pPr marL="342900" indent="-342900" algn="just">
              <a:buFont typeface="Arial" panose="020B0604020202020204" pitchFamily="34" charset="0"/>
              <a:buChar char="•"/>
            </a:pPr>
            <a:r>
              <a:rPr lang="en-US" sz="3000" dirty="0">
                <a:latin typeface="+mn-lt"/>
              </a:rPr>
              <a:t>Control System and Software Integration</a:t>
            </a:r>
            <a:endParaRPr lang="en-IN" sz="3000" dirty="0">
              <a:latin typeface="+mn-lt"/>
              <a:cs typeface="Arial" pitchFamily="34" charset="0"/>
            </a:endParaRPr>
          </a:p>
          <a:p>
            <a:pPr marL="342900" indent="-342900" algn="just">
              <a:buFont typeface="Arial" panose="020B0604020202020204" pitchFamily="34" charset="0"/>
              <a:buChar char="•"/>
            </a:pPr>
            <a:r>
              <a:rPr lang="en-IN" sz="3000" dirty="0">
                <a:latin typeface="+mn-lt"/>
              </a:rPr>
              <a:t>Testing and Evaluation Protocol </a:t>
            </a:r>
            <a:endParaRPr lang="en-IN" sz="3000" dirty="0">
              <a:latin typeface="+mn-lt"/>
              <a:cs typeface="Arial" pitchFamily="34" charset="0"/>
            </a:endParaRPr>
          </a:p>
        </p:txBody>
      </p:sp>
      <p:sp>
        <p:nvSpPr>
          <p:cNvPr id="33" name="Rectangle 32"/>
          <p:cNvSpPr/>
          <p:nvPr/>
        </p:nvSpPr>
        <p:spPr>
          <a:xfrm>
            <a:off x="1371418" y="13874899"/>
            <a:ext cx="10628494" cy="749995"/>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r>
              <a:rPr lang="en-US" sz="5100" b="1" dirty="0">
                <a:solidFill>
                  <a:schemeClr val="tx1"/>
                </a:solidFill>
              </a:rPr>
              <a:t>Introduction</a:t>
            </a:r>
          </a:p>
        </p:txBody>
      </p:sp>
      <p:sp>
        <p:nvSpPr>
          <p:cNvPr id="13" name="Text Box 192"/>
          <p:cNvSpPr txBox="1">
            <a:spLocks noChangeArrowheads="1"/>
          </p:cNvSpPr>
          <p:nvPr/>
        </p:nvSpPr>
        <p:spPr bwMode="auto">
          <a:xfrm>
            <a:off x="12705375" y="6004118"/>
            <a:ext cx="10628494" cy="5137752"/>
          </a:xfrm>
          <a:prstGeom prst="rect">
            <a:avLst/>
          </a:prstGeom>
          <a:solidFill>
            <a:schemeClr val="bg1"/>
          </a:solidFill>
          <a:ln w="12700">
            <a:solidFill>
              <a:schemeClr val="accent1">
                <a:lumMod val="75000"/>
              </a:schemeClr>
            </a:solidFill>
          </a:ln>
          <a:effectLst/>
        </p:spPr>
        <p:txBody>
          <a:bodyPr lIns="149969" tIns="149969" rIns="149969" bIns="149969">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457200" indent="-457200" eaLnBrk="1" hangingPunct="1">
              <a:lnSpc>
                <a:spcPct val="150000"/>
              </a:lnSpc>
              <a:buFont typeface="Arial" panose="020B0604020202020204" pitchFamily="34" charset="0"/>
              <a:buChar char="•"/>
            </a:pPr>
            <a:r>
              <a:rPr lang="en-US" sz="3000" dirty="0">
                <a:latin typeface="+mn-lt"/>
              </a:rPr>
              <a:t>Robotic Arm Design &amp; Development</a:t>
            </a:r>
          </a:p>
          <a:p>
            <a:pPr marL="457200" indent="-457200" eaLnBrk="1" hangingPunct="1">
              <a:lnSpc>
                <a:spcPct val="150000"/>
              </a:lnSpc>
              <a:buFont typeface="Arial" panose="020B0604020202020204" pitchFamily="34" charset="0"/>
              <a:buChar char="•"/>
            </a:pPr>
            <a:r>
              <a:rPr lang="en-US" sz="3000" dirty="0">
                <a:latin typeface="+mn-lt"/>
              </a:rPr>
              <a:t>Cold-Resistant Materials &amp; Components</a:t>
            </a:r>
          </a:p>
          <a:p>
            <a:pPr marL="457200" indent="-457200" eaLnBrk="1" hangingPunct="1">
              <a:lnSpc>
                <a:spcPct val="150000"/>
              </a:lnSpc>
              <a:buFont typeface="Arial" panose="020B0604020202020204" pitchFamily="34" charset="0"/>
              <a:buChar char="•"/>
            </a:pPr>
            <a:r>
              <a:rPr lang="en-US" sz="3000" dirty="0">
                <a:latin typeface="+mn-lt"/>
              </a:rPr>
              <a:t> Enhanced Speed &amp; Precision</a:t>
            </a:r>
          </a:p>
          <a:p>
            <a:pPr marL="457200" indent="-457200" eaLnBrk="1" hangingPunct="1">
              <a:lnSpc>
                <a:spcPct val="150000"/>
              </a:lnSpc>
              <a:buFont typeface="Arial" panose="020B0604020202020204" pitchFamily="34" charset="0"/>
              <a:buChar char="•"/>
            </a:pPr>
            <a:r>
              <a:rPr lang="en-US" sz="3000" dirty="0">
                <a:latin typeface="+mn-lt"/>
              </a:rPr>
              <a:t>Worker Safety &amp; Injury Prevention</a:t>
            </a:r>
          </a:p>
          <a:p>
            <a:pPr marL="457200" indent="-457200" eaLnBrk="1" hangingPunct="1">
              <a:lnSpc>
                <a:spcPct val="150000"/>
              </a:lnSpc>
              <a:buFont typeface="Arial" panose="020B0604020202020204" pitchFamily="34" charset="0"/>
              <a:buChar char="•"/>
            </a:pPr>
            <a:r>
              <a:rPr lang="en-US" sz="3000" dirty="0">
                <a:latin typeface="+mn-lt"/>
              </a:rPr>
              <a:t>System Testing &amp; Optimization</a:t>
            </a:r>
          </a:p>
          <a:p>
            <a:pPr marL="457200" indent="-457200" eaLnBrk="1" hangingPunct="1">
              <a:lnSpc>
                <a:spcPct val="150000"/>
              </a:lnSpc>
              <a:buFont typeface="Arial" panose="020B0604020202020204" pitchFamily="34" charset="0"/>
              <a:buChar char="•"/>
            </a:pPr>
            <a:r>
              <a:rPr lang="en-US" sz="3000" dirty="0">
                <a:latin typeface="+mn-lt"/>
              </a:rPr>
              <a:t>AI &amp; Automation Integration</a:t>
            </a:r>
          </a:p>
          <a:p>
            <a:pPr marL="457200" indent="-457200" eaLnBrk="1" hangingPunct="1">
              <a:buFont typeface="Arial" panose="020B0604020202020204" pitchFamily="34" charset="0"/>
              <a:buChar char="•"/>
            </a:pPr>
            <a:endParaRPr lang="en-US" sz="3000" dirty="0">
              <a:latin typeface="+mn-lt"/>
            </a:endParaRPr>
          </a:p>
        </p:txBody>
      </p:sp>
      <p:sp>
        <p:nvSpPr>
          <p:cNvPr id="34" name="Rectangle 33"/>
          <p:cNvSpPr/>
          <p:nvPr/>
        </p:nvSpPr>
        <p:spPr>
          <a:xfrm>
            <a:off x="12685622" y="5249962"/>
            <a:ext cx="10628494" cy="749995"/>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r>
              <a:rPr lang="en-US" sz="5100" b="1" dirty="0">
                <a:solidFill>
                  <a:schemeClr val="tx1"/>
                </a:solidFill>
              </a:rPr>
              <a:t>Objectives</a:t>
            </a:r>
          </a:p>
        </p:txBody>
      </p:sp>
      <p:sp>
        <p:nvSpPr>
          <p:cNvPr id="12" name="Text Box 191"/>
          <p:cNvSpPr txBox="1">
            <a:spLocks noChangeArrowheads="1"/>
          </p:cNvSpPr>
          <p:nvPr/>
        </p:nvSpPr>
        <p:spPr bwMode="auto">
          <a:xfrm>
            <a:off x="24039196" y="5948264"/>
            <a:ext cx="10628494" cy="19466668"/>
          </a:xfrm>
          <a:prstGeom prst="rect">
            <a:avLst/>
          </a:prstGeom>
          <a:solidFill>
            <a:schemeClr val="bg1"/>
          </a:solidFill>
          <a:ln w="12700">
            <a:solidFill>
              <a:schemeClr val="accent1">
                <a:lumMod val="75000"/>
              </a:schemeClr>
            </a:solidFill>
          </a:ln>
          <a:effectLst/>
        </p:spPr>
        <p:txBody>
          <a:bodyPr lIns="149969" tIns="149969" rIns="149969" bIns="149969">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000" dirty="0">
                <a:latin typeface="+mn-lt"/>
              </a:rPr>
              <a:t>For the development of an automated mobile robotic arm in cold storage operations: </a:t>
            </a:r>
          </a:p>
          <a:p>
            <a:pPr algn="just" eaLnBrk="1" hangingPunct="1"/>
            <a:r>
              <a:rPr lang="en-US" sz="3000" dirty="0">
                <a:latin typeface="+mn-lt"/>
              </a:rPr>
              <a:t>   • The payload capacity should be designed for at least 0.26 kg with an overload protection factor. </a:t>
            </a:r>
          </a:p>
          <a:p>
            <a:pPr algn="just" eaLnBrk="1" hangingPunct="1"/>
            <a:r>
              <a:rPr lang="en-US" sz="3000" dirty="0">
                <a:latin typeface="+mn-lt"/>
              </a:rPr>
              <a:t>   • The joint torque requirement is 10.00 kg.cm (98.1 N.cm) for smooth operation. </a:t>
            </a:r>
          </a:p>
          <a:p>
            <a:pPr algn="just" eaLnBrk="1" hangingPunct="1"/>
            <a:r>
              <a:rPr lang="en-US" sz="3000" dirty="0">
                <a:latin typeface="+mn-lt"/>
              </a:rPr>
              <a:t>   • The motor power requirement is 2.05 W, ensuring energy-efficient operation. </a:t>
            </a:r>
          </a:p>
          <a:p>
            <a:pPr algn="just" eaLnBrk="1" hangingPunct="1"/>
            <a:endParaRPr lang="en-US" sz="3000" dirty="0">
              <a:latin typeface="+mn-lt"/>
            </a:endParaRPr>
          </a:p>
          <a:p>
            <a:pPr algn="just" eaLnBrk="1" hangingPunct="1"/>
            <a:r>
              <a:rPr lang="en-US" sz="3000" dirty="0">
                <a:latin typeface="+mn-lt"/>
              </a:rPr>
              <a:t>     These calculations provide a fundamental basis for selecting appropriate actuators, ensuring reliability in cold storage environments. Further refinements should consider frictional losses, joint dynamics, and environmental </a:t>
            </a:r>
          </a:p>
          <a:p>
            <a:pPr algn="just" eaLnBrk="1" hangingPunct="1"/>
            <a:r>
              <a:rPr lang="en-US" sz="3000" dirty="0">
                <a:latin typeface="+mn-lt"/>
              </a:rPr>
              <a:t>adaptations. </a:t>
            </a:r>
          </a:p>
        </p:txBody>
      </p:sp>
      <p:sp>
        <p:nvSpPr>
          <p:cNvPr id="14" name="Text Box 193"/>
          <p:cNvSpPr txBox="1">
            <a:spLocks noChangeArrowheads="1"/>
          </p:cNvSpPr>
          <p:nvPr/>
        </p:nvSpPr>
        <p:spPr bwMode="auto">
          <a:xfrm>
            <a:off x="23976737" y="26911363"/>
            <a:ext cx="10628494" cy="3072856"/>
          </a:xfrm>
          <a:prstGeom prst="rect">
            <a:avLst/>
          </a:prstGeom>
          <a:solidFill>
            <a:schemeClr val="bg1"/>
          </a:solidFill>
          <a:ln w="12700">
            <a:solidFill>
              <a:schemeClr val="accent1">
                <a:lumMod val="75000"/>
              </a:schemeClr>
            </a:solidFill>
          </a:ln>
          <a:effectLst/>
        </p:spPr>
        <p:txBody>
          <a:bodyPr lIns="149969" tIns="149969" rIns="149969" bIns="149969">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a:r>
              <a:rPr lang="en-US" sz="3000" dirty="0">
                <a:latin typeface="+mn-lt"/>
              </a:rPr>
              <a:t>Integrating the </a:t>
            </a:r>
            <a:r>
              <a:rPr lang="en-US" sz="3000" dirty="0" err="1">
                <a:latin typeface="+mn-lt"/>
              </a:rPr>
              <a:t>EEZYBotArm</a:t>
            </a:r>
            <a:r>
              <a:rPr lang="en-US" sz="3000" dirty="0">
                <a:latin typeface="+mn-lt"/>
              </a:rPr>
              <a:t> MK2 with an omnidirectional mobile platform enhances efficiency in industrial settings like cold storage. This setup enables precise manipulation, flexible mobility, and seamless navigation. Future advancements may include AI automation, advanced sensors, and IoT connectivity for real-time optimization, boosting productivity and safety.</a:t>
            </a:r>
          </a:p>
        </p:txBody>
      </p:sp>
      <p:sp>
        <p:nvSpPr>
          <p:cNvPr id="36" name="Rectangle 35"/>
          <p:cNvSpPr/>
          <p:nvPr/>
        </p:nvSpPr>
        <p:spPr>
          <a:xfrm>
            <a:off x="23976737" y="26157798"/>
            <a:ext cx="10628494" cy="749995"/>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r>
              <a:rPr lang="en-US" sz="5100" b="1" dirty="0">
                <a:solidFill>
                  <a:schemeClr val="tx1"/>
                </a:solidFill>
              </a:rPr>
              <a:t>Conclusion</a:t>
            </a:r>
          </a:p>
        </p:txBody>
      </p:sp>
      <p:sp>
        <p:nvSpPr>
          <p:cNvPr id="11" name="Text Box 190"/>
          <p:cNvSpPr txBox="1">
            <a:spLocks noChangeArrowheads="1"/>
          </p:cNvSpPr>
          <p:nvPr/>
        </p:nvSpPr>
        <p:spPr bwMode="auto">
          <a:xfrm>
            <a:off x="1371418" y="14624895"/>
            <a:ext cx="10628494" cy="15359324"/>
          </a:xfrm>
          <a:prstGeom prst="rect">
            <a:avLst/>
          </a:prstGeom>
          <a:solidFill>
            <a:schemeClr val="bg1"/>
          </a:solidFill>
          <a:ln w="12700">
            <a:solidFill>
              <a:schemeClr val="accent1">
                <a:lumMod val="75000"/>
              </a:schemeClr>
            </a:solidFill>
          </a:ln>
          <a:effectLst/>
        </p:spPr>
        <p:txBody>
          <a:bodyPr lIns="149969" tIns="149969" rIns="149969" bIns="149969">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a:r>
              <a:rPr lang="en-US" sz="3000" dirty="0">
                <a:latin typeface="+mn-lt"/>
                <a:cs typeface="Arial" pitchFamily="34" charset="0"/>
              </a:rPr>
              <a:t>    Cold storage facilities play a crucial role in industries like food processing, pharmaceuticals, and biotechnology, where temperature-sensitive goods need to be stored and transported under controlled conditions. However, the extreme low temperatures in these environments create significant challenges for traditional manual handling and existing automation systems. Workers face health risks, and productivity is often slow and labor-intensive. </a:t>
            </a:r>
          </a:p>
          <a:p>
            <a:pPr algn="just"/>
            <a:r>
              <a:rPr lang="en-US" sz="3000" dirty="0">
                <a:latin typeface="+mn-lt"/>
                <a:cs typeface="Arial" pitchFamily="34" charset="0"/>
              </a:rPr>
              <a:t>    To address these challenges, automation in cold storage is increasingly becoming a necessity. Automated systems, such as robotic arms and mobile platforms, can enhance efficiency, reduce human exposure to cold, and improve safety. However, </a:t>
            </a:r>
          </a:p>
          <a:p>
            <a:pPr algn="just"/>
            <a:r>
              <a:rPr lang="en-US" sz="3000" dirty="0">
                <a:latin typeface="+mn-lt"/>
                <a:cs typeface="Arial" pitchFamily="34" charset="0"/>
              </a:rPr>
              <a:t>most existing systems are not designed for the harsh conditions of cold storage, limiting their effectiveness. </a:t>
            </a:r>
          </a:p>
          <a:p>
            <a:pPr algn="just"/>
            <a:r>
              <a:rPr lang="en-US" sz="3000" dirty="0">
                <a:latin typeface="+mn-lt"/>
                <a:cs typeface="Arial" pitchFamily="34" charset="0"/>
              </a:rPr>
              <a:t>This project focuses on the development of an “Automated Mobile Robotic Arm (AMRA)” for cold storage environments. The goal is to design a robotic arm capable of autonomously retrieving, placing, and transporting items with high precision in sub-zero temperatures. The robotic arm will be mounted on a mobile platform, allowing it to navigate aisles, avoid obstacles, and adapt to different layouts within the cold storage facility. </a:t>
            </a:r>
          </a:p>
          <a:p>
            <a:pPr algn="just"/>
            <a:r>
              <a:rPr lang="en-US" sz="3000" dirty="0">
                <a:latin typeface="+mn-lt"/>
                <a:cs typeface="Arial" pitchFamily="34" charset="0"/>
              </a:rPr>
              <a:t>    The aim is to improve operational efficiency, reduce labor costs, and enhance worker safety by minimizing human intervention. This system will also ensure the </a:t>
            </a:r>
          </a:p>
          <a:p>
            <a:pPr algn="just"/>
            <a:r>
              <a:rPr lang="en-US" sz="3000" dirty="0">
                <a:latin typeface="+mn-lt"/>
                <a:cs typeface="Arial" pitchFamily="34" charset="0"/>
              </a:rPr>
              <a:t>careful handling of temperature-sensitive goods, thus improving the overall productivity and safety of cold storage operations. The following sections will detail </a:t>
            </a:r>
          </a:p>
          <a:p>
            <a:pPr algn="just"/>
            <a:r>
              <a:rPr lang="en-US" sz="3000" dirty="0">
                <a:latin typeface="+mn-lt"/>
                <a:cs typeface="Arial" pitchFamily="34" charset="0"/>
              </a:rPr>
              <a:t>the design, development, and testing of the AMRA, focusing on its hardware, software, and integration into a cold storage environment..</a:t>
            </a:r>
            <a:endParaRPr lang="en-IN" sz="3000" dirty="0">
              <a:cs typeface="Arial" pitchFamily="34" charset="0"/>
            </a:endParaRPr>
          </a:p>
          <a:p>
            <a:pPr algn="just"/>
            <a:endParaRPr lang="en-IN" sz="3000" dirty="0">
              <a:cs typeface="Arial" pitchFamily="34" charset="0"/>
            </a:endParaRPr>
          </a:p>
        </p:txBody>
      </p:sp>
      <p:sp>
        <p:nvSpPr>
          <p:cNvPr id="45" name="Rectangle 44"/>
          <p:cNvSpPr/>
          <p:nvPr/>
        </p:nvSpPr>
        <p:spPr>
          <a:xfrm>
            <a:off x="12685622" y="11980069"/>
            <a:ext cx="10628494" cy="749995"/>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r>
              <a:rPr lang="en-US" sz="5100" b="1" dirty="0">
                <a:solidFill>
                  <a:schemeClr val="tx1"/>
                </a:solidFill>
              </a:rPr>
              <a:t>Methodology</a:t>
            </a:r>
          </a:p>
        </p:txBody>
      </p:sp>
      <p:sp>
        <p:nvSpPr>
          <p:cNvPr id="39" name="Text Box 181"/>
          <p:cNvSpPr txBox="1">
            <a:spLocks noChangeArrowheads="1"/>
          </p:cNvSpPr>
          <p:nvPr/>
        </p:nvSpPr>
        <p:spPr bwMode="auto">
          <a:xfrm>
            <a:off x="12685622" y="28901973"/>
            <a:ext cx="10628494" cy="506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4984" tIns="37492" rIns="74984" bIns="37492">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a:r>
              <a:rPr lang="en-IN" sz="2800" dirty="0"/>
              <a:t>Fig.2  Robotic Aram Assembly Part </a:t>
            </a:r>
            <a:endParaRPr lang="en-IN" sz="8000" dirty="0"/>
          </a:p>
        </p:txBody>
      </p:sp>
      <p:sp>
        <p:nvSpPr>
          <p:cNvPr id="40" name="Text Box 180"/>
          <p:cNvSpPr txBox="1">
            <a:spLocks noChangeArrowheads="1"/>
          </p:cNvSpPr>
          <p:nvPr/>
        </p:nvSpPr>
        <p:spPr bwMode="auto">
          <a:xfrm>
            <a:off x="15173872" y="25784348"/>
            <a:ext cx="151496" cy="475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4984" tIns="37492" rIns="74984" bIns="37492">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endParaRPr lang="en-US" sz="2600" dirty="0">
              <a:latin typeface="+mn-lt"/>
            </a:endParaRPr>
          </a:p>
        </p:txBody>
      </p:sp>
      <p:sp>
        <p:nvSpPr>
          <p:cNvPr id="42" name="Text Box 180"/>
          <p:cNvSpPr txBox="1">
            <a:spLocks noChangeArrowheads="1"/>
          </p:cNvSpPr>
          <p:nvPr/>
        </p:nvSpPr>
        <p:spPr bwMode="auto">
          <a:xfrm>
            <a:off x="24058949" y="22251103"/>
            <a:ext cx="10569371" cy="475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4984" tIns="37492" rIns="74984" bIns="37492">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endParaRPr lang="en-US" sz="2600" dirty="0">
              <a:latin typeface="+mn-lt"/>
            </a:endParaRPr>
          </a:p>
        </p:txBody>
      </p:sp>
      <p:sp>
        <p:nvSpPr>
          <p:cNvPr id="44" name="Text Box 180"/>
          <p:cNvSpPr txBox="1">
            <a:spLocks noChangeArrowheads="1"/>
          </p:cNvSpPr>
          <p:nvPr/>
        </p:nvSpPr>
        <p:spPr bwMode="auto">
          <a:xfrm>
            <a:off x="30349623" y="23517230"/>
            <a:ext cx="3429000" cy="260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4984" tIns="37492" rIns="74984" bIns="37492">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endParaRPr lang="en-US" sz="1200" dirty="0">
              <a:latin typeface="+mn-lt"/>
            </a:endParaRPr>
          </a:p>
        </p:txBody>
      </p:sp>
      <p:pic>
        <p:nvPicPr>
          <p:cNvPr id="1028" name="Picture 4" descr="C:\Users\student\Downloads\download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669" y="282507"/>
            <a:ext cx="3190112" cy="389728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C:\Users\student\Downloads\download (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44469" y="245269"/>
            <a:ext cx="3190112" cy="3897280"/>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p:cNvSpPr/>
          <p:nvPr/>
        </p:nvSpPr>
        <p:spPr>
          <a:xfrm>
            <a:off x="24059175" y="5198269"/>
            <a:ext cx="10628494" cy="749995"/>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74984" tIns="37492" rIns="74984" bIns="37492" rtlCol="0" anchor="ctr"/>
          <a:lstStyle/>
          <a:p>
            <a:pPr algn="ctr"/>
            <a:r>
              <a:rPr lang="en-US" sz="5100" b="1" dirty="0">
                <a:solidFill>
                  <a:schemeClr val="tx1"/>
                </a:solidFill>
              </a:rPr>
              <a:t>Results</a:t>
            </a:r>
          </a:p>
        </p:txBody>
      </p:sp>
      <p:pic>
        <p:nvPicPr>
          <p:cNvPr id="3" name="Picture 2">
            <a:extLst>
              <a:ext uri="{FF2B5EF4-FFF2-40B4-BE49-F238E27FC236}">
                <a16:creationId xmlns:a16="http://schemas.microsoft.com/office/drawing/2014/main" id="{74D33A8C-8438-C3C7-2BB7-BF1F7FF8B323}"/>
              </a:ext>
            </a:extLst>
          </p:cNvPr>
          <p:cNvPicPr>
            <a:picLocks noChangeAspect="1"/>
          </p:cNvPicPr>
          <p:nvPr/>
        </p:nvPicPr>
        <p:blipFill>
          <a:blip r:embed="rId3"/>
          <a:srcRect r="10149" b="961"/>
          <a:stretch/>
        </p:blipFill>
        <p:spPr>
          <a:xfrm>
            <a:off x="24313728" y="13244688"/>
            <a:ext cx="4958609" cy="4755181"/>
          </a:xfrm>
          <a:prstGeom prst="rect">
            <a:avLst/>
          </a:prstGeom>
        </p:spPr>
      </p:pic>
      <p:pic>
        <p:nvPicPr>
          <p:cNvPr id="7" name="Picture 6">
            <a:extLst>
              <a:ext uri="{FF2B5EF4-FFF2-40B4-BE49-F238E27FC236}">
                <a16:creationId xmlns:a16="http://schemas.microsoft.com/office/drawing/2014/main" id="{7B1D5CF4-FDEA-53D7-E7C4-8333E5CD8213}"/>
              </a:ext>
            </a:extLst>
          </p:cNvPr>
          <p:cNvPicPr>
            <a:picLocks noChangeAspect="1"/>
          </p:cNvPicPr>
          <p:nvPr/>
        </p:nvPicPr>
        <p:blipFill>
          <a:blip r:embed="rId4">
            <a:extLst>
              <a:ext uri="{28A0092B-C50C-407E-A947-70E740481C1C}">
                <a14:useLocalDpi xmlns:a14="http://schemas.microsoft.com/office/drawing/2010/main" val="0"/>
              </a:ext>
            </a:extLst>
          </a:blip>
          <a:srcRect l="10097" t="5629" r="15169" b="-4804"/>
          <a:stretch/>
        </p:blipFill>
        <p:spPr>
          <a:xfrm>
            <a:off x="29682696" y="13263189"/>
            <a:ext cx="4700173" cy="4838608"/>
          </a:xfrm>
          <a:prstGeom prst="rect">
            <a:avLst/>
          </a:prstGeom>
        </p:spPr>
      </p:pic>
      <p:sp>
        <p:nvSpPr>
          <p:cNvPr id="8" name="TextBox 7">
            <a:extLst>
              <a:ext uri="{FF2B5EF4-FFF2-40B4-BE49-F238E27FC236}">
                <a16:creationId xmlns:a16="http://schemas.microsoft.com/office/drawing/2014/main" id="{1F9EC3AD-F2C2-2E03-01B4-D6E66A958163}"/>
              </a:ext>
            </a:extLst>
          </p:cNvPr>
          <p:cNvSpPr txBox="1"/>
          <p:nvPr/>
        </p:nvSpPr>
        <p:spPr>
          <a:xfrm>
            <a:off x="12744746" y="21697105"/>
            <a:ext cx="10589123" cy="553998"/>
          </a:xfrm>
          <a:prstGeom prst="rect">
            <a:avLst/>
          </a:prstGeom>
          <a:noFill/>
        </p:spPr>
        <p:txBody>
          <a:bodyPr wrap="square" rtlCol="0">
            <a:spAutoFit/>
          </a:bodyPr>
          <a:lstStyle/>
          <a:p>
            <a:pPr algn="ctr"/>
            <a:r>
              <a:rPr lang="en-US" sz="3000" dirty="0"/>
              <a:t> Fig.1 Automated Robotic Car Assembly Part	</a:t>
            </a:r>
            <a:endParaRPr lang="en-IN" dirty="0"/>
          </a:p>
        </p:txBody>
      </p:sp>
      <p:pic>
        <p:nvPicPr>
          <p:cNvPr id="16" name="Picture 15">
            <a:extLst>
              <a:ext uri="{FF2B5EF4-FFF2-40B4-BE49-F238E27FC236}">
                <a16:creationId xmlns:a16="http://schemas.microsoft.com/office/drawing/2014/main" id="{D1AD4423-0457-6E24-E507-6C6071CBCAC5}"/>
              </a:ext>
            </a:extLst>
          </p:cNvPr>
          <p:cNvPicPr>
            <a:picLocks noChangeAspect="1"/>
          </p:cNvPicPr>
          <p:nvPr/>
        </p:nvPicPr>
        <p:blipFill>
          <a:blip r:embed="rId5" cstate="print">
            <a:extLst>
              <a:ext uri="{28A0092B-C50C-407E-A947-70E740481C1C}">
                <a14:useLocalDpi xmlns:a14="http://schemas.microsoft.com/office/drawing/2010/main" val="0"/>
              </a:ext>
            </a:extLst>
          </a:blip>
          <a:srcRect l="16526" t="16121" r="9191" b="2201"/>
          <a:stretch/>
        </p:blipFill>
        <p:spPr>
          <a:xfrm>
            <a:off x="26208015" y="18759404"/>
            <a:ext cx="6505081" cy="6394137"/>
          </a:xfrm>
          <a:prstGeom prst="rect">
            <a:avLst/>
          </a:prstGeom>
        </p:spPr>
      </p:pic>
      <p:pic>
        <p:nvPicPr>
          <p:cNvPr id="19" name="Picture 18">
            <a:extLst>
              <a:ext uri="{FF2B5EF4-FFF2-40B4-BE49-F238E27FC236}">
                <a16:creationId xmlns:a16="http://schemas.microsoft.com/office/drawing/2014/main" id="{F2999AEB-6053-3513-F5D5-40DAC89EEF1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148978" y="15810585"/>
            <a:ext cx="7575310" cy="5681483"/>
          </a:xfrm>
          <a:prstGeom prst="rect">
            <a:avLst/>
          </a:prstGeom>
        </p:spPr>
      </p:pic>
      <p:pic>
        <p:nvPicPr>
          <p:cNvPr id="21" name="Picture 20">
            <a:extLst>
              <a:ext uri="{FF2B5EF4-FFF2-40B4-BE49-F238E27FC236}">
                <a16:creationId xmlns:a16="http://schemas.microsoft.com/office/drawing/2014/main" id="{0EAAED9D-FCF0-55D4-F228-42D368DAA413}"/>
              </a:ext>
            </a:extLst>
          </p:cNvPr>
          <p:cNvPicPr>
            <a:picLocks noChangeAspect="1"/>
          </p:cNvPicPr>
          <p:nvPr/>
        </p:nvPicPr>
        <p:blipFill>
          <a:blip r:embed="rId7" cstate="print">
            <a:extLst>
              <a:ext uri="{28A0092B-C50C-407E-A947-70E740481C1C}">
                <a14:useLocalDpi xmlns:a14="http://schemas.microsoft.com/office/drawing/2010/main" val="0"/>
              </a:ext>
            </a:extLst>
          </a:blip>
          <a:srcRect t="16727" r="7395"/>
          <a:stretch/>
        </p:blipFill>
        <p:spPr>
          <a:xfrm rot="16200000">
            <a:off x="13338752" y="22362453"/>
            <a:ext cx="2743199" cy="3657601"/>
          </a:xfrm>
          <a:prstGeom prst="rect">
            <a:avLst/>
          </a:prstGeom>
        </p:spPr>
      </p:pic>
      <p:pic>
        <p:nvPicPr>
          <p:cNvPr id="23" name="Picture 22">
            <a:extLst>
              <a:ext uri="{FF2B5EF4-FFF2-40B4-BE49-F238E27FC236}">
                <a16:creationId xmlns:a16="http://schemas.microsoft.com/office/drawing/2014/main" id="{E76E607B-1070-7213-0620-5F1A2BF7818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16200000">
            <a:off x="13338751" y="25327148"/>
            <a:ext cx="2743200" cy="3657600"/>
          </a:xfrm>
          <a:prstGeom prst="rect">
            <a:avLst/>
          </a:prstGeom>
        </p:spPr>
      </p:pic>
      <p:pic>
        <p:nvPicPr>
          <p:cNvPr id="29" name="Picture 28">
            <a:extLst>
              <a:ext uri="{FF2B5EF4-FFF2-40B4-BE49-F238E27FC236}">
                <a16:creationId xmlns:a16="http://schemas.microsoft.com/office/drawing/2014/main" id="{68DFCFE5-7442-2356-109F-D504D4CDBB45}"/>
              </a:ext>
            </a:extLst>
          </p:cNvPr>
          <p:cNvPicPr>
            <a:picLocks noChangeAspect="1"/>
          </p:cNvPicPr>
          <p:nvPr/>
        </p:nvPicPr>
        <p:blipFill>
          <a:blip r:embed="rId9">
            <a:extLst>
              <a:ext uri="{28A0092B-C50C-407E-A947-70E740481C1C}">
                <a14:useLocalDpi xmlns:a14="http://schemas.microsoft.com/office/drawing/2010/main" val="0"/>
              </a:ext>
            </a:extLst>
          </a:blip>
          <a:srcRect t="24085"/>
          <a:stretch/>
        </p:blipFill>
        <p:spPr>
          <a:xfrm>
            <a:off x="16846623" y="22804851"/>
            <a:ext cx="6064588" cy="5680085"/>
          </a:xfrm>
          <a:prstGeom prst="rect">
            <a:avLst/>
          </a:prstGeom>
        </p:spPr>
      </p:pic>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F79646"/>
      </a:dk2>
      <a:lt2>
        <a:srgbClr val="EEECE1"/>
      </a:lt2>
      <a:accent1>
        <a:srgbClr val="FAC08F"/>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3302</TotalTime>
  <Words>855</Words>
  <Application>Microsoft Office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1m x 1m</dc:title>
  <dc:creator>Jay Larson</dc:creator>
  <dc:description>Quality poster printing
www.genigraphics.com
1-800-790-4001</dc:description>
  <cp:lastModifiedBy>utkarshjadhav994@outlook.com</cp:lastModifiedBy>
  <cp:revision>155</cp:revision>
  <cp:lastPrinted>2013-02-12T02:21:55Z</cp:lastPrinted>
  <dcterms:created xsi:type="dcterms:W3CDTF">2013-02-10T21:14:48Z</dcterms:created>
  <dcterms:modified xsi:type="dcterms:W3CDTF">2025-03-27T15:46:13Z</dcterms:modified>
</cp:coreProperties>
</file>